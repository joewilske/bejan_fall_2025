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2" r:id="rId6"/>
    <p:sldId id="263" r:id="rId7"/>
    <p:sldId id="261" r:id="rId8"/>
    <p:sldId id="264" r:id="rId9"/>
    <p:sldId id="265" r:id="rId10"/>
    <p:sldId id="267" r:id="rId11"/>
    <p:sldId id="268" r:id="rId12"/>
    <p:sldId id="269" r:id="rId13"/>
    <p:sldId id="271" r:id="rId14"/>
    <p:sldId id="272" r:id="rId15"/>
    <p:sldId id="273" r:id="rId16"/>
    <p:sldId id="274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39FD7"/>
    <a:srgbClr val="FF85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0000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91" y="109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DED394-722C-42F5-7280-BC3215849DD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FB1A78-299A-63DF-14B8-C2AA7A0BE7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739439-3F5B-047E-3FFC-74673C1B9A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6DF16-36B1-45CC-B335-CDE2329AC03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EB3922-4965-575B-9594-8E89521EA3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FE387A7-1B12-EDAA-5343-5BE308D8F1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44BA7-4112-426B-9B6D-4080941B0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1402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E0F231-5268-E560-C1E7-4A53A83D95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68C494-2E96-B3E7-65E0-08FDA99E48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FACAA77-3DDE-4797-A5EA-400E281515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6DF16-36B1-45CC-B335-CDE2329AC03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B63AD68-0295-32EB-EA59-E576C35B1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19376BC-3F30-688F-F508-D3B6A82E1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44BA7-4112-426B-9B6D-4080941B0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0797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B1FE6-BCBC-1925-10FA-42394346FA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725F33-7260-43CE-DA97-DB06718DE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AC9A57-F8C3-FAB3-21C1-527D1852B5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6DF16-36B1-45CC-B335-CDE2329AC03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382D19-D6E2-0925-3C46-51094F64D7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851C28-6C41-DF75-3E15-99D70D16DD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44BA7-4112-426B-9B6D-4080941B0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2996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5B0596-AEE2-37FE-526F-5FDC70B5D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DB1D0F-9167-223F-9215-4E775F65D50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F37BCA-AAD2-5EE2-3F42-F6700E6BC2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53C0053-0BC6-23D4-0E55-4D65A81EC1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6DF16-36B1-45CC-B335-CDE2329AC03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7D8FCF-1E4A-A509-821F-EFB110567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1B0229F-9B2B-B980-13F1-C44878C38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44BA7-4112-426B-9B6D-4080941B0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014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202DB-C8C4-F48E-E311-C3AA3385EF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4739231-2B25-E759-38A4-F98F0E6AD3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C022DBE-0F0A-49D3-994F-93915A4847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4CE648D-9404-0735-DBE6-3F16A7DB67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4A7C85-CC29-40DF-8E3B-E0DA6F4B3F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52F8A26-EAF3-24FF-B9A9-99A2A94ADC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6DF16-36B1-45CC-B335-CDE2329AC03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D89037-DF38-46A1-9DA9-A84ECA9DA9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1489FFC-366B-701E-A058-5F91A4BD4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44BA7-4112-426B-9B6D-4080941B0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02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8AD6B-072E-8DF4-2274-6D909A7FDA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13B43F-0CFB-0454-25F4-E889274E5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6DF16-36B1-45CC-B335-CDE2329AC03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9B0ACA-8528-60CA-8764-BE63C01A34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678513-AE87-AF1C-C836-658911683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44BA7-4112-426B-9B6D-4080941B0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4417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34AFE2-1682-B038-1A84-F83FBE344B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6DF16-36B1-45CC-B335-CDE2329AC03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CCA5CD9-4E7A-63BC-E294-94D42C066A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5BE2BA6-DC11-208B-6C35-5D58505E0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44BA7-4112-426B-9B6D-4080941B0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636807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42AC0-7969-7D08-F36C-3BAD3F68A2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81FE5C-3CFC-92EF-45C4-286F99F3F32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273CA75-8BCB-6F42-E6D0-757DEBBEBF1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51A77A1-65ED-D307-542A-F8125ED6E0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6DF16-36B1-45CC-B335-CDE2329AC03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A207979-A2D7-FE4A-CA50-53A4368A04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009711-B351-45EC-6828-8B3DCEA0C4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44BA7-4112-426B-9B6D-4080941B0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5087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BDAB12-C4AE-D558-08A8-E15681237B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E09C03C-D4AE-87C7-B865-EBBB53B8F2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C6FC5A8-2A5B-1DD0-645D-B4FDC9D98E9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98525C9-205D-7C72-DABE-9D956ACE6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6DF16-36B1-45CC-B335-CDE2329AC03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A25ED9-5BD4-61C0-46C0-B6FCFDA268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4405B2-FB07-54DD-5D84-660D0C2AC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44BA7-4112-426B-9B6D-4080941B0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0117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3A4DAF-1838-EE78-E380-0134B0B1BA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BBC704-4BF6-4AA1-1D46-F3A75BEBB6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9E0B38-79A2-B17E-3AEE-531DF78F25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6DF16-36B1-45CC-B335-CDE2329AC03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A3EB7A-A1D5-7BFF-AC1B-794D4CA062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446458-23EE-18A9-171E-2B949E1808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44BA7-4112-426B-9B6D-4080941B0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0465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4FDABFD-934B-F485-261B-7C6E0843941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70C0E25-650E-FC15-57DA-D9B26168DC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F3591F-EF64-D245-6460-88B737F9E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DB6DF16-36B1-45CC-B335-CDE2329AC03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FC981E-D54D-EF72-3486-E6B642476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DDD6C1-8944-160E-D2F1-964A871889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4344BA7-4112-426B-9B6D-4080941B0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70691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083575A-D1B5-3138-3E31-FCB2561DF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98BBC4-0BE1-1605-2991-8812FBD699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506EF3-2D06-2C28-4672-F03EA70A2A3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B6DF16-36B1-45CC-B335-CDE2329AC034}" type="datetimeFigureOut">
              <a:rPr lang="en-US" smtClean="0"/>
              <a:t>11/25/2025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FDD7A6-89DB-2931-FB9B-6CBAB242E1D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6810BE-4725-BD49-288D-CD60AEB94B5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4344BA7-4112-426B-9B6D-4080941B0A8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3494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12" Type="http://schemas.openxmlformats.org/officeDocument/2006/relationships/image" Target="../media/image2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5" Type="http://schemas.openxmlformats.org/officeDocument/2006/relationships/image" Target="../media/image2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Relationship Id="rId1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12" Type="http://schemas.openxmlformats.org/officeDocument/2006/relationships/image" Target="../media/image29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11" Type="http://schemas.openxmlformats.org/officeDocument/2006/relationships/image" Target="../media/image28.png"/><Relationship Id="rId5" Type="http://schemas.openxmlformats.org/officeDocument/2006/relationships/image" Target="../media/image4.png"/><Relationship Id="rId15" Type="http://schemas.openxmlformats.org/officeDocument/2006/relationships/image" Target="../media/image32.png"/><Relationship Id="rId10" Type="http://schemas.openxmlformats.org/officeDocument/2006/relationships/image" Target="../media/image27.png"/><Relationship Id="rId4" Type="http://schemas.openxmlformats.org/officeDocument/2006/relationships/image" Target="../media/image3.png"/><Relationship Id="rId9" Type="http://schemas.openxmlformats.org/officeDocument/2006/relationships/image" Target="../media/image26.png"/><Relationship Id="rId14" Type="http://schemas.openxmlformats.org/officeDocument/2006/relationships/image" Target="../media/image31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12" Type="http://schemas.openxmlformats.org/officeDocument/2006/relationships/image" Target="../media/image21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20.png"/><Relationship Id="rId5" Type="http://schemas.openxmlformats.org/officeDocument/2006/relationships/image" Target="../media/image14.png"/><Relationship Id="rId15" Type="http://schemas.openxmlformats.org/officeDocument/2006/relationships/image" Target="../media/image2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Relationship Id="rId14" Type="http://schemas.openxmlformats.org/officeDocument/2006/relationships/image" Target="../media/image2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7.png"/><Relationship Id="rId5" Type="http://schemas.openxmlformats.org/officeDocument/2006/relationships/image" Target="../media/image36.png"/><Relationship Id="rId4" Type="http://schemas.openxmlformats.org/officeDocument/2006/relationships/image" Target="../media/image3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7" Type="http://schemas.openxmlformats.org/officeDocument/2006/relationships/image" Target="../media/image47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37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39.png"/><Relationship Id="rId7" Type="http://schemas.openxmlformats.org/officeDocument/2006/relationships/image" Target="../media/image47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5" Type="http://schemas.openxmlformats.org/officeDocument/2006/relationships/image" Target="../media/image45.png"/><Relationship Id="rId4" Type="http://schemas.openxmlformats.org/officeDocument/2006/relationships/image" Target="../media/image37.png"/><Relationship Id="rId9" Type="http://schemas.openxmlformats.org/officeDocument/2006/relationships/image" Target="../media/image49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39.png"/><Relationship Id="rId7" Type="http://schemas.openxmlformats.org/officeDocument/2006/relationships/image" Target="../media/image47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11" Type="http://schemas.openxmlformats.org/officeDocument/2006/relationships/image" Target="../media/image51.png"/><Relationship Id="rId5" Type="http://schemas.openxmlformats.org/officeDocument/2006/relationships/image" Target="../media/image45.png"/><Relationship Id="rId10" Type="http://schemas.openxmlformats.org/officeDocument/2006/relationships/image" Target="../media/image50.png"/><Relationship Id="rId4" Type="http://schemas.openxmlformats.org/officeDocument/2006/relationships/image" Target="../media/image37.png"/><Relationship Id="rId9" Type="http://schemas.openxmlformats.org/officeDocument/2006/relationships/image" Target="../media/image49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4.png"/><Relationship Id="rId3" Type="http://schemas.openxmlformats.org/officeDocument/2006/relationships/image" Target="../media/image39.png"/><Relationship Id="rId7" Type="http://schemas.openxmlformats.org/officeDocument/2006/relationships/image" Target="../media/image43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2.png"/><Relationship Id="rId11" Type="http://schemas.openxmlformats.org/officeDocument/2006/relationships/image" Target="../media/image54.png"/><Relationship Id="rId5" Type="http://schemas.openxmlformats.org/officeDocument/2006/relationships/image" Target="../media/image41.png"/><Relationship Id="rId10" Type="http://schemas.openxmlformats.org/officeDocument/2006/relationships/image" Target="../media/image53.png"/><Relationship Id="rId4" Type="http://schemas.openxmlformats.org/officeDocument/2006/relationships/image" Target="../media/image40.png"/><Relationship Id="rId9" Type="http://schemas.openxmlformats.org/officeDocument/2006/relationships/image" Target="../media/image52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8.png"/><Relationship Id="rId3" Type="http://schemas.openxmlformats.org/officeDocument/2006/relationships/image" Target="../media/image39.png"/><Relationship Id="rId7" Type="http://schemas.openxmlformats.org/officeDocument/2006/relationships/image" Target="../media/image47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6.png"/><Relationship Id="rId11" Type="http://schemas.openxmlformats.org/officeDocument/2006/relationships/image" Target="../media/image51.png"/><Relationship Id="rId5" Type="http://schemas.openxmlformats.org/officeDocument/2006/relationships/image" Target="../media/image45.png"/><Relationship Id="rId10" Type="http://schemas.openxmlformats.org/officeDocument/2006/relationships/image" Target="../media/image50.png"/><Relationship Id="rId4" Type="http://schemas.openxmlformats.org/officeDocument/2006/relationships/image" Target="../media/image37.png"/><Relationship Id="rId9" Type="http://schemas.openxmlformats.org/officeDocument/2006/relationships/image" Target="../media/image4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AE46E8-1DD0-3669-5D1A-285C94A8EA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046B8F4D-B8B3-F8DD-7767-74BA080B6D5F}"/>
              </a:ext>
            </a:extLst>
          </p:cNvPr>
          <p:cNvCxnSpPr>
            <a:cxnSpLocks/>
          </p:cNvCxnSpPr>
          <p:nvPr/>
        </p:nvCxnSpPr>
        <p:spPr>
          <a:xfrm>
            <a:off x="698692" y="4304104"/>
            <a:ext cx="2532228" cy="15744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7135D5BA-87E6-A35C-459D-DC73D8173CD6}"/>
              </a:ext>
            </a:extLst>
          </p:cNvPr>
          <p:cNvCxnSpPr>
            <a:cxnSpLocks/>
          </p:cNvCxnSpPr>
          <p:nvPr/>
        </p:nvCxnSpPr>
        <p:spPr>
          <a:xfrm>
            <a:off x="3202185" y="4330460"/>
            <a:ext cx="0" cy="1672577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CB37A7D-E854-54BC-FD1E-F850FC99D35A}"/>
              </a:ext>
            </a:extLst>
          </p:cNvPr>
          <p:cNvCxnSpPr>
            <a:cxnSpLocks/>
          </p:cNvCxnSpPr>
          <p:nvPr/>
        </p:nvCxnSpPr>
        <p:spPr>
          <a:xfrm>
            <a:off x="680914" y="1078612"/>
            <a:ext cx="0" cy="49353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4E0EA89-F5D8-B78C-1778-A675D60C8DBF}"/>
              </a:ext>
            </a:extLst>
          </p:cNvPr>
          <p:cNvCxnSpPr>
            <a:cxnSpLocks/>
          </p:cNvCxnSpPr>
          <p:nvPr/>
        </p:nvCxnSpPr>
        <p:spPr>
          <a:xfrm flipH="1">
            <a:off x="675436" y="6008517"/>
            <a:ext cx="511096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EC5178BF-45A5-0DB6-90CD-C36DE39DF49A}"/>
              </a:ext>
            </a:extLst>
          </p:cNvPr>
          <p:cNvCxnSpPr>
            <a:cxnSpLocks/>
          </p:cNvCxnSpPr>
          <p:nvPr/>
        </p:nvCxnSpPr>
        <p:spPr>
          <a:xfrm flipV="1">
            <a:off x="670452" y="2912715"/>
            <a:ext cx="4806484" cy="2984285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E408D18-468D-CA46-6F29-D21037370A70}"/>
              </a:ext>
            </a:extLst>
          </p:cNvPr>
          <p:cNvCxnSpPr>
            <a:cxnSpLocks/>
          </p:cNvCxnSpPr>
          <p:nvPr/>
        </p:nvCxnSpPr>
        <p:spPr>
          <a:xfrm>
            <a:off x="683519" y="2513162"/>
            <a:ext cx="4722841" cy="33811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D7E33B5E-C312-9946-A634-AADA445FC063}"/>
              </a:ext>
            </a:extLst>
          </p:cNvPr>
          <p:cNvSpPr txBox="1"/>
          <p:nvPr/>
        </p:nvSpPr>
        <p:spPr>
          <a:xfrm>
            <a:off x="457885" y="795989"/>
            <a:ext cx="3091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87E4910-448F-F45C-08EC-02DCE7BFC8E5}"/>
              </a:ext>
            </a:extLst>
          </p:cNvPr>
          <p:cNvSpPr txBox="1"/>
          <p:nvPr/>
        </p:nvSpPr>
        <p:spPr>
          <a:xfrm>
            <a:off x="5773566" y="5823851"/>
            <a:ext cx="361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99A4052-7660-250B-5D9E-2B88BD58C244}"/>
              </a:ext>
            </a:extLst>
          </p:cNvPr>
          <p:cNvSpPr txBox="1"/>
          <p:nvPr/>
        </p:nvSpPr>
        <p:spPr>
          <a:xfrm>
            <a:off x="5201622" y="2635716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C552853-80A8-9CAA-7BCD-EFF0352CE711}"/>
              </a:ext>
            </a:extLst>
          </p:cNvPr>
          <p:cNvSpPr txBox="1"/>
          <p:nvPr/>
        </p:nvSpPr>
        <p:spPr>
          <a:xfrm>
            <a:off x="5060901" y="5362186"/>
            <a:ext cx="421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5866201-7D0D-3BA6-972B-DEAB300FDEFA}"/>
              </a:ext>
            </a:extLst>
          </p:cNvPr>
          <p:cNvCxnSpPr>
            <a:cxnSpLocks/>
          </p:cNvCxnSpPr>
          <p:nvPr/>
        </p:nvCxnSpPr>
        <p:spPr>
          <a:xfrm>
            <a:off x="6648626" y="1073132"/>
            <a:ext cx="0" cy="49353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36A954D-53FF-1D86-86D5-EA53A90264EC}"/>
              </a:ext>
            </a:extLst>
          </p:cNvPr>
          <p:cNvCxnSpPr>
            <a:cxnSpLocks/>
          </p:cNvCxnSpPr>
          <p:nvPr/>
        </p:nvCxnSpPr>
        <p:spPr>
          <a:xfrm flipH="1">
            <a:off x="6643148" y="6003037"/>
            <a:ext cx="511096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3C886CD-0CC2-BB78-4C30-CBE00D0B5CC9}"/>
              </a:ext>
            </a:extLst>
          </p:cNvPr>
          <p:cNvCxnSpPr>
            <a:cxnSpLocks/>
          </p:cNvCxnSpPr>
          <p:nvPr/>
        </p:nvCxnSpPr>
        <p:spPr>
          <a:xfrm flipV="1">
            <a:off x="6651231" y="1159841"/>
            <a:ext cx="4971427" cy="2704381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0A923BA-D12A-9D46-5284-44405B9E9F2A}"/>
              </a:ext>
            </a:extLst>
          </p:cNvPr>
          <p:cNvCxnSpPr>
            <a:cxnSpLocks/>
          </p:cNvCxnSpPr>
          <p:nvPr/>
        </p:nvCxnSpPr>
        <p:spPr>
          <a:xfrm>
            <a:off x="6651231" y="1152383"/>
            <a:ext cx="4971427" cy="317807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9EBCE83F-4F02-4AFF-F7CE-6276BE531AB4}"/>
              </a:ext>
            </a:extLst>
          </p:cNvPr>
          <p:cNvSpPr txBox="1"/>
          <p:nvPr/>
        </p:nvSpPr>
        <p:spPr>
          <a:xfrm>
            <a:off x="6425597" y="790509"/>
            <a:ext cx="3091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1C5EBB1-7F44-2CCB-521E-56700E0434CF}"/>
              </a:ext>
            </a:extLst>
          </p:cNvPr>
          <p:cNvSpPr txBox="1"/>
          <p:nvPr/>
        </p:nvSpPr>
        <p:spPr>
          <a:xfrm>
            <a:off x="11741278" y="5818371"/>
            <a:ext cx="361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A3ED728-7B65-EF3F-D826-5ACE9E2D20B2}"/>
              </a:ext>
            </a:extLst>
          </p:cNvPr>
          <p:cNvSpPr txBox="1"/>
          <p:nvPr/>
        </p:nvSpPr>
        <p:spPr>
          <a:xfrm>
            <a:off x="11247115" y="928092"/>
            <a:ext cx="3145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4DE70A7-F17C-1BD1-D441-31D840634F60}"/>
              </a:ext>
            </a:extLst>
          </p:cNvPr>
          <p:cNvSpPr txBox="1"/>
          <p:nvPr/>
        </p:nvSpPr>
        <p:spPr>
          <a:xfrm>
            <a:off x="11287916" y="3771889"/>
            <a:ext cx="421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82BA34D5-1328-C194-A017-252CF5969057}"/>
                  </a:ext>
                </a:extLst>
              </p:cNvPr>
              <p:cNvSpPr txBox="1"/>
              <p:nvPr/>
            </p:nvSpPr>
            <p:spPr>
              <a:xfrm>
                <a:off x="262684" y="4115045"/>
                <a:ext cx="504386" cy="3781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82BA34D5-1328-C194-A017-252CF596905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684" y="4115045"/>
                <a:ext cx="504386" cy="37811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2E8F9FD6-4083-DF55-B626-04868548EBF6}"/>
              </a:ext>
            </a:extLst>
          </p:cNvPr>
          <p:cNvCxnSpPr>
            <a:cxnSpLocks/>
          </p:cNvCxnSpPr>
          <p:nvPr/>
        </p:nvCxnSpPr>
        <p:spPr>
          <a:xfrm>
            <a:off x="6643148" y="2611690"/>
            <a:ext cx="2326350" cy="3328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7E4D7D94-006E-8FF2-64C2-3E0B6B06D412}"/>
              </a:ext>
            </a:extLst>
          </p:cNvPr>
          <p:cNvCxnSpPr>
            <a:cxnSpLocks/>
          </p:cNvCxnSpPr>
          <p:nvPr/>
        </p:nvCxnSpPr>
        <p:spPr>
          <a:xfrm>
            <a:off x="8954748" y="2611690"/>
            <a:ext cx="14751" cy="3402304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F3C6C11E-418D-3E8B-5CB8-6AB0A8B7A951}"/>
                  </a:ext>
                </a:extLst>
              </p:cNvPr>
              <p:cNvSpPr txBox="1"/>
              <p:nvPr/>
            </p:nvSpPr>
            <p:spPr>
              <a:xfrm>
                <a:off x="6230396" y="2423690"/>
                <a:ext cx="504386" cy="376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F3C6C11E-418D-3E8B-5CB8-6AB0A8B7A9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0396" y="2423690"/>
                <a:ext cx="504386" cy="376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ECE5B33-178B-1B86-B940-D524A298297A}"/>
                  </a:ext>
                </a:extLst>
              </p:cNvPr>
              <p:cNvSpPr txBox="1"/>
              <p:nvPr/>
            </p:nvSpPr>
            <p:spPr>
              <a:xfrm>
                <a:off x="2983165" y="6026297"/>
                <a:ext cx="438039" cy="2857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EECE5B33-178B-1B86-B940-D524A298297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3165" y="6026297"/>
                <a:ext cx="438039" cy="285784"/>
              </a:xfrm>
              <a:prstGeom prst="rect">
                <a:avLst/>
              </a:prstGeom>
              <a:blipFill>
                <a:blip r:embed="rId4"/>
                <a:stretch>
                  <a:fillRect l="-6944" t="-2174" b="-30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5EB99BFB-584D-E837-7BC5-84A150AACDC9}"/>
                  </a:ext>
                </a:extLst>
              </p:cNvPr>
              <p:cNvSpPr txBox="1"/>
              <p:nvPr/>
            </p:nvSpPr>
            <p:spPr>
              <a:xfrm>
                <a:off x="8750479" y="6026297"/>
                <a:ext cx="438039" cy="28366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5EB99BFB-584D-E837-7BC5-84A150AACD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0479" y="6026297"/>
                <a:ext cx="438039" cy="283667"/>
              </a:xfrm>
              <a:prstGeom prst="rect">
                <a:avLst/>
              </a:prstGeom>
              <a:blipFill>
                <a:blip r:embed="rId5"/>
                <a:stretch>
                  <a:fillRect l="-11111" b="-30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0" name="TextBox 29">
            <a:extLst>
              <a:ext uri="{FF2B5EF4-FFF2-40B4-BE49-F238E27FC236}">
                <a16:creationId xmlns:a16="http://schemas.microsoft.com/office/drawing/2014/main" id="{62C24D92-C386-7598-A485-E00B5A4CDC50}"/>
              </a:ext>
            </a:extLst>
          </p:cNvPr>
          <p:cNvSpPr txBox="1"/>
          <p:nvPr/>
        </p:nvSpPr>
        <p:spPr>
          <a:xfrm>
            <a:off x="2448955" y="426657"/>
            <a:ext cx="1506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English Cloth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BAF3858-DC1C-D763-FB68-6D2D9AC85842}"/>
              </a:ext>
            </a:extLst>
          </p:cNvPr>
          <p:cNvSpPr txBox="1"/>
          <p:nvPr/>
        </p:nvSpPr>
        <p:spPr>
          <a:xfrm>
            <a:off x="8208894" y="426657"/>
            <a:ext cx="1506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English Wine</a:t>
            </a:r>
          </a:p>
        </p:txBody>
      </p:sp>
    </p:spTree>
    <p:extLst>
      <p:ext uri="{BB962C8B-B14F-4D97-AF65-F5344CB8AC3E}">
        <p14:creationId xmlns:p14="http://schemas.microsoft.com/office/powerpoint/2010/main" val="18323459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8119D2-20EA-29BF-4F25-13F6D75FE4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CBDA1EE6-5AC7-21FB-1D84-21BA96AF2AA0}"/>
              </a:ext>
            </a:extLst>
          </p:cNvPr>
          <p:cNvSpPr/>
          <p:nvPr/>
        </p:nvSpPr>
        <p:spPr>
          <a:xfrm flipV="1">
            <a:off x="6650918" y="2599387"/>
            <a:ext cx="2309309" cy="1261508"/>
          </a:xfrm>
          <a:prstGeom prst="triangle">
            <a:avLst>
              <a:gd name="adj" fmla="val 0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764E35D1-6023-AD01-965F-F6D55877A0E3}"/>
              </a:ext>
            </a:extLst>
          </p:cNvPr>
          <p:cNvSpPr/>
          <p:nvPr/>
        </p:nvSpPr>
        <p:spPr>
          <a:xfrm>
            <a:off x="6665981" y="1169417"/>
            <a:ext cx="2271412" cy="1442273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4A701781-0265-4938-8C86-35B8F2575BB2}"/>
              </a:ext>
            </a:extLst>
          </p:cNvPr>
          <p:cNvSpPr/>
          <p:nvPr/>
        </p:nvSpPr>
        <p:spPr>
          <a:xfrm flipV="1">
            <a:off x="697777" y="4310681"/>
            <a:ext cx="2554518" cy="1573870"/>
          </a:xfrm>
          <a:prstGeom prst="triangle">
            <a:avLst>
              <a:gd name="adj" fmla="val 0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6AF7EAC0-92A6-DE30-3B64-589D351F280A}"/>
              </a:ext>
            </a:extLst>
          </p:cNvPr>
          <p:cNvSpPr/>
          <p:nvPr/>
        </p:nvSpPr>
        <p:spPr>
          <a:xfrm>
            <a:off x="695173" y="2507686"/>
            <a:ext cx="2507012" cy="1804290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6CEE01B6-4506-ACF7-E1F9-A079DC7883D1}"/>
              </a:ext>
            </a:extLst>
          </p:cNvPr>
          <p:cNvCxnSpPr>
            <a:cxnSpLocks/>
          </p:cNvCxnSpPr>
          <p:nvPr/>
        </p:nvCxnSpPr>
        <p:spPr>
          <a:xfrm>
            <a:off x="698692" y="4304104"/>
            <a:ext cx="2532228" cy="15744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B08BB1B1-89C8-AB6F-A1E7-EFB4B1C45447}"/>
              </a:ext>
            </a:extLst>
          </p:cNvPr>
          <p:cNvCxnSpPr>
            <a:cxnSpLocks/>
          </p:cNvCxnSpPr>
          <p:nvPr/>
        </p:nvCxnSpPr>
        <p:spPr>
          <a:xfrm>
            <a:off x="3202185" y="4330460"/>
            <a:ext cx="0" cy="1672577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6DE248A-6FA8-094D-7A55-A029246B4201}"/>
              </a:ext>
            </a:extLst>
          </p:cNvPr>
          <p:cNvCxnSpPr>
            <a:cxnSpLocks/>
          </p:cNvCxnSpPr>
          <p:nvPr/>
        </p:nvCxnSpPr>
        <p:spPr>
          <a:xfrm>
            <a:off x="680914" y="1078612"/>
            <a:ext cx="0" cy="49353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F0920F7-9079-C60A-FA98-E4C3AA065AAE}"/>
              </a:ext>
            </a:extLst>
          </p:cNvPr>
          <p:cNvCxnSpPr>
            <a:cxnSpLocks/>
          </p:cNvCxnSpPr>
          <p:nvPr/>
        </p:nvCxnSpPr>
        <p:spPr>
          <a:xfrm flipH="1">
            <a:off x="675436" y="6008517"/>
            <a:ext cx="511096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F504CE1-2A8E-6679-B8AA-8B5BB1CE9A30}"/>
              </a:ext>
            </a:extLst>
          </p:cNvPr>
          <p:cNvCxnSpPr>
            <a:cxnSpLocks/>
          </p:cNvCxnSpPr>
          <p:nvPr/>
        </p:nvCxnSpPr>
        <p:spPr>
          <a:xfrm flipV="1">
            <a:off x="670452" y="2912715"/>
            <a:ext cx="4806484" cy="2984285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E269ED09-730B-AF70-0236-811B71A89336}"/>
              </a:ext>
            </a:extLst>
          </p:cNvPr>
          <p:cNvCxnSpPr>
            <a:cxnSpLocks/>
          </p:cNvCxnSpPr>
          <p:nvPr/>
        </p:nvCxnSpPr>
        <p:spPr>
          <a:xfrm>
            <a:off x="683519" y="2513162"/>
            <a:ext cx="4722841" cy="33811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9B44A2A3-B029-8406-5841-BCD8EB8721D4}"/>
              </a:ext>
            </a:extLst>
          </p:cNvPr>
          <p:cNvSpPr txBox="1"/>
          <p:nvPr/>
        </p:nvSpPr>
        <p:spPr>
          <a:xfrm>
            <a:off x="457885" y="795989"/>
            <a:ext cx="3091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370304F-1FC2-7FDF-7F61-14798F4FF643}"/>
              </a:ext>
            </a:extLst>
          </p:cNvPr>
          <p:cNvSpPr txBox="1"/>
          <p:nvPr/>
        </p:nvSpPr>
        <p:spPr>
          <a:xfrm>
            <a:off x="5773566" y="5823851"/>
            <a:ext cx="361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8ACAAFB-E585-3AD3-45CA-DB820E20E2DD}"/>
              </a:ext>
            </a:extLst>
          </p:cNvPr>
          <p:cNvSpPr txBox="1"/>
          <p:nvPr/>
        </p:nvSpPr>
        <p:spPr>
          <a:xfrm>
            <a:off x="5201622" y="2635716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24A9FD2-3A08-E5C9-5E03-F1B47A5B5216}"/>
              </a:ext>
            </a:extLst>
          </p:cNvPr>
          <p:cNvSpPr txBox="1"/>
          <p:nvPr/>
        </p:nvSpPr>
        <p:spPr>
          <a:xfrm>
            <a:off x="5060901" y="5362186"/>
            <a:ext cx="421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1BE79D2-324B-E7EB-289D-468FF39ED889}"/>
              </a:ext>
            </a:extLst>
          </p:cNvPr>
          <p:cNvCxnSpPr>
            <a:cxnSpLocks/>
          </p:cNvCxnSpPr>
          <p:nvPr/>
        </p:nvCxnSpPr>
        <p:spPr>
          <a:xfrm>
            <a:off x="6648626" y="1073132"/>
            <a:ext cx="0" cy="49353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7796F9F-C9D4-1B2D-B814-05822CC73C72}"/>
              </a:ext>
            </a:extLst>
          </p:cNvPr>
          <p:cNvCxnSpPr>
            <a:cxnSpLocks/>
          </p:cNvCxnSpPr>
          <p:nvPr/>
        </p:nvCxnSpPr>
        <p:spPr>
          <a:xfrm flipH="1">
            <a:off x="6643148" y="6003037"/>
            <a:ext cx="511096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819EE12-44D5-AF1F-1122-30F5EDA498D5}"/>
              </a:ext>
            </a:extLst>
          </p:cNvPr>
          <p:cNvCxnSpPr>
            <a:cxnSpLocks/>
          </p:cNvCxnSpPr>
          <p:nvPr/>
        </p:nvCxnSpPr>
        <p:spPr>
          <a:xfrm flipV="1">
            <a:off x="6651231" y="1159841"/>
            <a:ext cx="4971427" cy="2704381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C3970AB-728D-567F-14FF-8E4D670FFCD8}"/>
              </a:ext>
            </a:extLst>
          </p:cNvPr>
          <p:cNvCxnSpPr>
            <a:cxnSpLocks/>
          </p:cNvCxnSpPr>
          <p:nvPr/>
        </p:nvCxnSpPr>
        <p:spPr>
          <a:xfrm>
            <a:off x="6651231" y="1152383"/>
            <a:ext cx="4971427" cy="317807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E12A06CA-A5A8-9FD2-47A0-F05263CC4165}"/>
              </a:ext>
            </a:extLst>
          </p:cNvPr>
          <p:cNvSpPr txBox="1"/>
          <p:nvPr/>
        </p:nvSpPr>
        <p:spPr>
          <a:xfrm>
            <a:off x="6425597" y="790509"/>
            <a:ext cx="3091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8DA8AE3-483F-7131-B33C-EB3277FA70F1}"/>
              </a:ext>
            </a:extLst>
          </p:cNvPr>
          <p:cNvSpPr txBox="1"/>
          <p:nvPr/>
        </p:nvSpPr>
        <p:spPr>
          <a:xfrm>
            <a:off x="11741278" y="5818371"/>
            <a:ext cx="361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B3275A6-69D6-73B7-C123-5907CF4CF812}"/>
              </a:ext>
            </a:extLst>
          </p:cNvPr>
          <p:cNvSpPr txBox="1"/>
          <p:nvPr/>
        </p:nvSpPr>
        <p:spPr>
          <a:xfrm>
            <a:off x="11247115" y="928092"/>
            <a:ext cx="3145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703FAE4-B7A4-3906-8671-18875A05869B}"/>
              </a:ext>
            </a:extLst>
          </p:cNvPr>
          <p:cNvSpPr txBox="1"/>
          <p:nvPr/>
        </p:nvSpPr>
        <p:spPr>
          <a:xfrm>
            <a:off x="11287916" y="3771889"/>
            <a:ext cx="421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434AA9D5-AB5F-EBC4-58F7-AACE7AFA6AFF}"/>
                  </a:ext>
                </a:extLst>
              </p:cNvPr>
              <p:cNvSpPr txBox="1"/>
              <p:nvPr/>
            </p:nvSpPr>
            <p:spPr>
              <a:xfrm>
                <a:off x="262684" y="4115045"/>
                <a:ext cx="504386" cy="3781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434AA9D5-AB5F-EBC4-58F7-AACE7AFA6AF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684" y="4115045"/>
                <a:ext cx="504386" cy="37811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59682A4D-2848-76C0-D4A1-F75AFA1A49BB}"/>
              </a:ext>
            </a:extLst>
          </p:cNvPr>
          <p:cNvCxnSpPr>
            <a:cxnSpLocks/>
          </p:cNvCxnSpPr>
          <p:nvPr/>
        </p:nvCxnSpPr>
        <p:spPr>
          <a:xfrm>
            <a:off x="6643148" y="2611690"/>
            <a:ext cx="2326350" cy="3328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92888AC4-8C42-65C5-ECAB-9D12F4D8049F}"/>
              </a:ext>
            </a:extLst>
          </p:cNvPr>
          <p:cNvCxnSpPr>
            <a:cxnSpLocks/>
          </p:cNvCxnSpPr>
          <p:nvPr/>
        </p:nvCxnSpPr>
        <p:spPr>
          <a:xfrm>
            <a:off x="8954748" y="2611690"/>
            <a:ext cx="14751" cy="3402304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97E95596-E930-3600-C07A-7DF1719A6E67}"/>
                  </a:ext>
                </a:extLst>
              </p:cNvPr>
              <p:cNvSpPr txBox="1"/>
              <p:nvPr/>
            </p:nvSpPr>
            <p:spPr>
              <a:xfrm>
                <a:off x="6230396" y="2423690"/>
                <a:ext cx="504386" cy="376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97E95596-E930-3600-C07A-7DF1719A6E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0396" y="2423690"/>
                <a:ext cx="504386" cy="376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4D538936-B3AC-78A1-3F96-C7C73EF46575}"/>
                  </a:ext>
                </a:extLst>
              </p:cNvPr>
              <p:cNvSpPr txBox="1"/>
              <p:nvPr/>
            </p:nvSpPr>
            <p:spPr>
              <a:xfrm>
                <a:off x="2983165" y="6026297"/>
                <a:ext cx="438039" cy="2857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4D538936-B3AC-78A1-3F96-C7C73EF4657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3165" y="6026297"/>
                <a:ext cx="438039" cy="285784"/>
              </a:xfrm>
              <a:prstGeom prst="rect">
                <a:avLst/>
              </a:prstGeom>
              <a:blipFill>
                <a:blip r:embed="rId4"/>
                <a:stretch>
                  <a:fillRect l="-6944" t="-2174" b="-30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C3CCBE86-B869-D7D4-5B3C-D6040E685961}"/>
                  </a:ext>
                </a:extLst>
              </p:cNvPr>
              <p:cNvSpPr txBox="1"/>
              <p:nvPr/>
            </p:nvSpPr>
            <p:spPr>
              <a:xfrm>
                <a:off x="8750479" y="6026297"/>
                <a:ext cx="438039" cy="28366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C3CCBE86-B869-D7D4-5B3C-D6040E68596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0479" y="6026297"/>
                <a:ext cx="438039" cy="283667"/>
              </a:xfrm>
              <a:prstGeom prst="rect">
                <a:avLst/>
              </a:prstGeom>
              <a:blipFill>
                <a:blip r:embed="rId5"/>
                <a:stretch>
                  <a:fillRect l="-11111" b="-30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A3F8ADF-5610-DA74-D94A-BC2CE296D335}"/>
                  </a:ext>
                </a:extLst>
              </p:cNvPr>
              <p:cNvSpPr txBox="1"/>
              <p:nvPr/>
            </p:nvSpPr>
            <p:spPr>
              <a:xfrm>
                <a:off x="1234267" y="3628997"/>
                <a:ext cx="447943" cy="2857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5" name="TextBox 14">
                <a:extLst>
                  <a:ext uri="{FF2B5EF4-FFF2-40B4-BE49-F238E27FC236}">
                    <a16:creationId xmlns:a16="http://schemas.microsoft.com/office/drawing/2014/main" id="{6A3F8ADF-5610-DA74-D94A-BC2CE296D33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4267" y="3628997"/>
                <a:ext cx="447943" cy="285784"/>
              </a:xfrm>
              <a:prstGeom prst="rect">
                <a:avLst/>
              </a:prstGeom>
              <a:blipFill>
                <a:blip r:embed="rId6"/>
                <a:stretch>
                  <a:fillRect l="-12162" r="-4054" b="-148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C22AE27-D689-8006-0CBA-54AF6D686854}"/>
                  </a:ext>
                </a:extLst>
              </p:cNvPr>
              <p:cNvSpPr txBox="1"/>
              <p:nvPr/>
            </p:nvSpPr>
            <p:spPr>
              <a:xfrm>
                <a:off x="1234266" y="4631063"/>
                <a:ext cx="452753" cy="2857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9C22AE27-D689-8006-0CBA-54AF6D6868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4266" y="4631063"/>
                <a:ext cx="452753" cy="285784"/>
              </a:xfrm>
              <a:prstGeom prst="rect">
                <a:avLst/>
              </a:prstGeom>
              <a:blipFill>
                <a:blip r:embed="rId7"/>
                <a:stretch>
                  <a:fillRect l="-12000" t="-2128" r="-4000" b="-1489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8BE1FB9-2B1A-BA22-465D-FF2C437C722D}"/>
                  </a:ext>
                </a:extLst>
              </p:cNvPr>
              <p:cNvSpPr txBox="1"/>
              <p:nvPr/>
            </p:nvSpPr>
            <p:spPr>
              <a:xfrm>
                <a:off x="7058414" y="1986341"/>
                <a:ext cx="473976" cy="28366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78BE1FB9-2B1A-BA22-465D-FF2C437C722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8414" y="1986341"/>
                <a:ext cx="473976" cy="283667"/>
              </a:xfrm>
              <a:prstGeom prst="rect">
                <a:avLst/>
              </a:prstGeom>
              <a:blipFill>
                <a:blip r:embed="rId8"/>
                <a:stretch>
                  <a:fillRect l="-12821" r="-2564" b="-17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65DC7D0A-8DBC-2F90-D0DF-7CD61AF924F4}"/>
                  </a:ext>
                </a:extLst>
              </p:cNvPr>
              <p:cNvSpPr txBox="1"/>
              <p:nvPr/>
            </p:nvSpPr>
            <p:spPr>
              <a:xfrm>
                <a:off x="7062816" y="2862156"/>
                <a:ext cx="478784" cy="283667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65DC7D0A-8DBC-2F90-D0DF-7CD61AF924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62816" y="2862156"/>
                <a:ext cx="478784" cy="283667"/>
              </a:xfrm>
              <a:prstGeom prst="rect">
                <a:avLst/>
              </a:prstGeom>
              <a:blipFill>
                <a:blip r:embed="rId9"/>
                <a:stretch>
                  <a:fillRect l="-12821" r="-3846" b="-1739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" name="TextBox 32">
            <a:extLst>
              <a:ext uri="{FF2B5EF4-FFF2-40B4-BE49-F238E27FC236}">
                <a16:creationId xmlns:a16="http://schemas.microsoft.com/office/drawing/2014/main" id="{6E495286-D7E0-FCFE-BD10-9F0EAA75053E}"/>
              </a:ext>
            </a:extLst>
          </p:cNvPr>
          <p:cNvSpPr txBox="1"/>
          <p:nvPr/>
        </p:nvSpPr>
        <p:spPr>
          <a:xfrm>
            <a:off x="2448955" y="426657"/>
            <a:ext cx="1506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English Cloth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1682DC6-C7A3-6582-AFF2-51D77477E20F}"/>
              </a:ext>
            </a:extLst>
          </p:cNvPr>
          <p:cNvSpPr txBox="1"/>
          <p:nvPr/>
        </p:nvSpPr>
        <p:spPr>
          <a:xfrm>
            <a:off x="8208894" y="426657"/>
            <a:ext cx="1506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English Wine</a:t>
            </a:r>
          </a:p>
        </p:txBody>
      </p:sp>
    </p:spTree>
    <p:extLst>
      <p:ext uri="{BB962C8B-B14F-4D97-AF65-F5344CB8AC3E}">
        <p14:creationId xmlns:p14="http://schemas.microsoft.com/office/powerpoint/2010/main" val="23197963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EDB765-EF1E-2704-A9DA-C59B13CC84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D966E8CD-43D4-C967-F7A4-B4155004CE42}"/>
              </a:ext>
            </a:extLst>
          </p:cNvPr>
          <p:cNvCxnSpPr>
            <a:cxnSpLocks/>
          </p:cNvCxnSpPr>
          <p:nvPr/>
        </p:nvCxnSpPr>
        <p:spPr>
          <a:xfrm>
            <a:off x="698692" y="4304104"/>
            <a:ext cx="2532228" cy="15744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5F35C40B-FB14-E456-1506-04767DEB5F40}"/>
              </a:ext>
            </a:extLst>
          </p:cNvPr>
          <p:cNvCxnSpPr>
            <a:cxnSpLocks/>
          </p:cNvCxnSpPr>
          <p:nvPr/>
        </p:nvCxnSpPr>
        <p:spPr>
          <a:xfrm>
            <a:off x="3202185" y="4330460"/>
            <a:ext cx="0" cy="1672577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F0ED61B8-1AB8-6C16-11BC-C27573E7CCDF}"/>
              </a:ext>
            </a:extLst>
          </p:cNvPr>
          <p:cNvCxnSpPr>
            <a:cxnSpLocks/>
          </p:cNvCxnSpPr>
          <p:nvPr/>
        </p:nvCxnSpPr>
        <p:spPr>
          <a:xfrm>
            <a:off x="680914" y="1078612"/>
            <a:ext cx="0" cy="49353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F78B072-8F0B-E7BB-0987-6A2FA55BEF8E}"/>
              </a:ext>
            </a:extLst>
          </p:cNvPr>
          <p:cNvCxnSpPr>
            <a:cxnSpLocks/>
          </p:cNvCxnSpPr>
          <p:nvPr/>
        </p:nvCxnSpPr>
        <p:spPr>
          <a:xfrm flipH="1">
            <a:off x="675436" y="6008517"/>
            <a:ext cx="511096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A9423B8-0ECC-7F92-AE7F-3D816F0C687B}"/>
              </a:ext>
            </a:extLst>
          </p:cNvPr>
          <p:cNvCxnSpPr>
            <a:cxnSpLocks/>
          </p:cNvCxnSpPr>
          <p:nvPr/>
        </p:nvCxnSpPr>
        <p:spPr>
          <a:xfrm flipV="1">
            <a:off x="670452" y="2912715"/>
            <a:ext cx="4806484" cy="2984285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681D460-0368-279B-C2B1-4F144DA9B06C}"/>
              </a:ext>
            </a:extLst>
          </p:cNvPr>
          <p:cNvCxnSpPr>
            <a:cxnSpLocks/>
          </p:cNvCxnSpPr>
          <p:nvPr/>
        </p:nvCxnSpPr>
        <p:spPr>
          <a:xfrm>
            <a:off x="683519" y="2513162"/>
            <a:ext cx="4722841" cy="33811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6F010528-A4DB-B6C4-039A-1312D3B4A8ED}"/>
              </a:ext>
            </a:extLst>
          </p:cNvPr>
          <p:cNvSpPr txBox="1"/>
          <p:nvPr/>
        </p:nvSpPr>
        <p:spPr>
          <a:xfrm>
            <a:off x="457885" y="795989"/>
            <a:ext cx="3091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1E21F5D-826E-317E-4BED-4594FD920C10}"/>
              </a:ext>
            </a:extLst>
          </p:cNvPr>
          <p:cNvSpPr txBox="1"/>
          <p:nvPr/>
        </p:nvSpPr>
        <p:spPr>
          <a:xfrm>
            <a:off x="5773566" y="5823851"/>
            <a:ext cx="361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9C2690E-DD42-E577-5323-D9FEB160C2EC}"/>
              </a:ext>
            </a:extLst>
          </p:cNvPr>
          <p:cNvSpPr txBox="1"/>
          <p:nvPr/>
        </p:nvSpPr>
        <p:spPr>
          <a:xfrm>
            <a:off x="5201622" y="2635716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5A80242-0D14-C6CC-0341-30C83380068C}"/>
              </a:ext>
            </a:extLst>
          </p:cNvPr>
          <p:cNvSpPr txBox="1"/>
          <p:nvPr/>
        </p:nvSpPr>
        <p:spPr>
          <a:xfrm>
            <a:off x="5060901" y="5362186"/>
            <a:ext cx="421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7850BA57-5400-B3B3-20B9-9213D50FD4FB}"/>
              </a:ext>
            </a:extLst>
          </p:cNvPr>
          <p:cNvCxnSpPr>
            <a:cxnSpLocks/>
          </p:cNvCxnSpPr>
          <p:nvPr/>
        </p:nvCxnSpPr>
        <p:spPr>
          <a:xfrm>
            <a:off x="6648626" y="1073132"/>
            <a:ext cx="0" cy="49353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B2F78F9-5BD2-07B4-BD8F-DBAB5A6F7092}"/>
              </a:ext>
            </a:extLst>
          </p:cNvPr>
          <p:cNvCxnSpPr>
            <a:cxnSpLocks/>
          </p:cNvCxnSpPr>
          <p:nvPr/>
        </p:nvCxnSpPr>
        <p:spPr>
          <a:xfrm flipH="1">
            <a:off x="6643148" y="6003037"/>
            <a:ext cx="511096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BAF05DC9-81BD-EDF8-325E-C00271E30A09}"/>
              </a:ext>
            </a:extLst>
          </p:cNvPr>
          <p:cNvCxnSpPr>
            <a:cxnSpLocks/>
          </p:cNvCxnSpPr>
          <p:nvPr/>
        </p:nvCxnSpPr>
        <p:spPr>
          <a:xfrm flipV="1">
            <a:off x="6651231" y="1159841"/>
            <a:ext cx="4971427" cy="2704381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50AAB7C-D5F7-5907-F49F-7B3FF2EE0BDD}"/>
              </a:ext>
            </a:extLst>
          </p:cNvPr>
          <p:cNvCxnSpPr>
            <a:cxnSpLocks/>
          </p:cNvCxnSpPr>
          <p:nvPr/>
        </p:nvCxnSpPr>
        <p:spPr>
          <a:xfrm>
            <a:off x="6651231" y="1152383"/>
            <a:ext cx="4971427" cy="317807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38D26F00-3B34-77F5-1A54-BB07600F9858}"/>
              </a:ext>
            </a:extLst>
          </p:cNvPr>
          <p:cNvSpPr txBox="1"/>
          <p:nvPr/>
        </p:nvSpPr>
        <p:spPr>
          <a:xfrm>
            <a:off x="6425597" y="790509"/>
            <a:ext cx="3091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13D3ADA-E720-6513-2508-F7AE64462527}"/>
              </a:ext>
            </a:extLst>
          </p:cNvPr>
          <p:cNvSpPr txBox="1"/>
          <p:nvPr/>
        </p:nvSpPr>
        <p:spPr>
          <a:xfrm>
            <a:off x="11741278" y="5818371"/>
            <a:ext cx="361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CDEBD37-A006-C17A-88F7-5A559FD9DFAD}"/>
              </a:ext>
            </a:extLst>
          </p:cNvPr>
          <p:cNvSpPr txBox="1"/>
          <p:nvPr/>
        </p:nvSpPr>
        <p:spPr>
          <a:xfrm>
            <a:off x="11247115" y="928092"/>
            <a:ext cx="3145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8600F34-C6E6-3400-8A80-1D345CF7A533}"/>
              </a:ext>
            </a:extLst>
          </p:cNvPr>
          <p:cNvSpPr txBox="1"/>
          <p:nvPr/>
        </p:nvSpPr>
        <p:spPr>
          <a:xfrm>
            <a:off x="11287916" y="3771889"/>
            <a:ext cx="421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FEAA5395-8A92-8EC7-B418-9AF0A8017078}"/>
                  </a:ext>
                </a:extLst>
              </p:cNvPr>
              <p:cNvSpPr txBox="1"/>
              <p:nvPr/>
            </p:nvSpPr>
            <p:spPr>
              <a:xfrm>
                <a:off x="262684" y="4115045"/>
                <a:ext cx="504386" cy="3781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FEAA5395-8A92-8EC7-B418-9AF0A80170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684" y="4115045"/>
                <a:ext cx="504386" cy="37811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B37E9791-BFCE-E10E-EA02-661A880C791D}"/>
              </a:ext>
            </a:extLst>
          </p:cNvPr>
          <p:cNvCxnSpPr>
            <a:cxnSpLocks/>
          </p:cNvCxnSpPr>
          <p:nvPr/>
        </p:nvCxnSpPr>
        <p:spPr>
          <a:xfrm>
            <a:off x="6643148" y="2611690"/>
            <a:ext cx="2326350" cy="3328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675E05DF-A91B-06D4-A4A9-C69344EB84A0}"/>
              </a:ext>
            </a:extLst>
          </p:cNvPr>
          <p:cNvCxnSpPr>
            <a:cxnSpLocks/>
          </p:cNvCxnSpPr>
          <p:nvPr/>
        </p:nvCxnSpPr>
        <p:spPr>
          <a:xfrm>
            <a:off x="8954748" y="2611690"/>
            <a:ext cx="14751" cy="3402304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2589C7C4-33FB-505F-5FD0-590B90E10D9E}"/>
                  </a:ext>
                </a:extLst>
              </p:cNvPr>
              <p:cNvSpPr txBox="1"/>
              <p:nvPr/>
            </p:nvSpPr>
            <p:spPr>
              <a:xfrm>
                <a:off x="6230396" y="2423690"/>
                <a:ext cx="504386" cy="376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2589C7C4-33FB-505F-5FD0-590B90E10D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0396" y="2423690"/>
                <a:ext cx="504386" cy="376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213AE27D-8A70-F30C-FA6F-7E833D4CD0AC}"/>
                  </a:ext>
                </a:extLst>
              </p:cNvPr>
              <p:cNvSpPr txBox="1"/>
              <p:nvPr/>
            </p:nvSpPr>
            <p:spPr>
              <a:xfrm>
                <a:off x="2983165" y="6026297"/>
                <a:ext cx="438039" cy="2857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213AE27D-8A70-F30C-FA6F-7E833D4CD0A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3165" y="6026297"/>
                <a:ext cx="438039" cy="285784"/>
              </a:xfrm>
              <a:prstGeom prst="rect">
                <a:avLst/>
              </a:prstGeom>
              <a:blipFill>
                <a:blip r:embed="rId4"/>
                <a:stretch>
                  <a:fillRect l="-6944" t="-2174" b="-30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12BE2E55-621A-EB3E-AB0C-F374526156C5}"/>
                  </a:ext>
                </a:extLst>
              </p:cNvPr>
              <p:cNvSpPr txBox="1"/>
              <p:nvPr/>
            </p:nvSpPr>
            <p:spPr>
              <a:xfrm>
                <a:off x="8750479" y="6026297"/>
                <a:ext cx="438039" cy="28366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12BE2E55-621A-EB3E-AB0C-F374526156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0479" y="6026297"/>
                <a:ext cx="438039" cy="283667"/>
              </a:xfrm>
              <a:prstGeom prst="rect">
                <a:avLst/>
              </a:prstGeom>
              <a:blipFill>
                <a:blip r:embed="rId5"/>
                <a:stretch>
                  <a:fillRect l="-11111" b="-30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066B151-F152-DA22-37F8-D92690D20913}"/>
                  </a:ext>
                </a:extLst>
              </p:cNvPr>
              <p:cNvSpPr txBox="1"/>
              <p:nvPr/>
            </p:nvSpPr>
            <p:spPr>
              <a:xfrm>
                <a:off x="30810" y="3487516"/>
                <a:ext cx="504386" cy="3767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𝑅𝑜𝑊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F066B151-F152-DA22-37F8-D92690D2091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10" y="3487516"/>
                <a:ext cx="504386" cy="376706"/>
              </a:xfrm>
              <a:prstGeom prst="rect">
                <a:avLst/>
              </a:prstGeom>
              <a:blipFill>
                <a:blip r:embed="rId6"/>
                <a:stretch>
                  <a:fillRect r="-313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A0FE550-8E5D-32ED-6769-F5EC0516A388}"/>
                  </a:ext>
                </a:extLst>
              </p:cNvPr>
              <p:cNvSpPr txBox="1"/>
              <p:nvPr/>
            </p:nvSpPr>
            <p:spPr>
              <a:xfrm>
                <a:off x="5990183" y="2859418"/>
                <a:ext cx="504386" cy="3760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𝑅𝑜𝑊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7A0FE550-8E5D-32ED-6769-F5EC0516A3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0183" y="2859418"/>
                <a:ext cx="504386" cy="376065"/>
              </a:xfrm>
              <a:prstGeom prst="rect">
                <a:avLst/>
              </a:prstGeom>
              <a:blipFill>
                <a:blip r:embed="rId7"/>
                <a:stretch>
                  <a:fillRect r="-329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9862E33-3AD5-FB22-2A1D-C920B92897EA}"/>
              </a:ext>
            </a:extLst>
          </p:cNvPr>
          <p:cNvCxnSpPr>
            <a:cxnSpLocks/>
          </p:cNvCxnSpPr>
          <p:nvPr/>
        </p:nvCxnSpPr>
        <p:spPr>
          <a:xfrm>
            <a:off x="698692" y="3681485"/>
            <a:ext cx="3581190" cy="0"/>
          </a:xfrm>
          <a:prstGeom prst="line">
            <a:avLst/>
          </a:prstGeom>
          <a:ln>
            <a:solidFill>
              <a:schemeClr val="tx1">
                <a:alpha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B03F8F57-288A-E13C-0A92-31B05D187720}"/>
              </a:ext>
            </a:extLst>
          </p:cNvPr>
          <p:cNvCxnSpPr>
            <a:cxnSpLocks/>
          </p:cNvCxnSpPr>
          <p:nvPr/>
        </p:nvCxnSpPr>
        <p:spPr>
          <a:xfrm>
            <a:off x="6651231" y="3047451"/>
            <a:ext cx="2986150" cy="0"/>
          </a:xfrm>
          <a:prstGeom prst="line">
            <a:avLst/>
          </a:prstGeom>
          <a:ln>
            <a:solidFill>
              <a:schemeClr val="tx1">
                <a:alpha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>
            <a:extLst>
              <a:ext uri="{FF2B5EF4-FFF2-40B4-BE49-F238E27FC236}">
                <a16:creationId xmlns:a16="http://schemas.microsoft.com/office/drawing/2014/main" id="{373ED794-B229-3BD5-6FB4-EDDFB89DB32F}"/>
              </a:ext>
            </a:extLst>
          </p:cNvPr>
          <p:cNvSpPr txBox="1"/>
          <p:nvPr/>
        </p:nvSpPr>
        <p:spPr>
          <a:xfrm>
            <a:off x="2448955" y="426657"/>
            <a:ext cx="1506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English Cloth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0998D579-A74A-447D-7E09-30FC92DDFF9D}"/>
              </a:ext>
            </a:extLst>
          </p:cNvPr>
          <p:cNvSpPr txBox="1"/>
          <p:nvPr/>
        </p:nvSpPr>
        <p:spPr>
          <a:xfrm>
            <a:off x="8208894" y="426657"/>
            <a:ext cx="1506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English Wine</a:t>
            </a:r>
          </a:p>
        </p:txBody>
      </p:sp>
    </p:spTree>
    <p:extLst>
      <p:ext uri="{BB962C8B-B14F-4D97-AF65-F5344CB8AC3E}">
        <p14:creationId xmlns:p14="http://schemas.microsoft.com/office/powerpoint/2010/main" val="7384906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5ED339-D247-2DC2-C21E-576A0E211A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9D28E8E-BC34-683E-A2AD-301D663D28C9}"/>
              </a:ext>
            </a:extLst>
          </p:cNvPr>
          <p:cNvCxnSpPr>
            <a:cxnSpLocks/>
          </p:cNvCxnSpPr>
          <p:nvPr/>
        </p:nvCxnSpPr>
        <p:spPr>
          <a:xfrm>
            <a:off x="2319578" y="3681485"/>
            <a:ext cx="0" cy="2321552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5F9DB3F-D721-62E8-8006-D585CCEB5D1E}"/>
              </a:ext>
            </a:extLst>
          </p:cNvPr>
          <p:cNvCxnSpPr>
            <a:cxnSpLocks/>
          </p:cNvCxnSpPr>
          <p:nvPr/>
        </p:nvCxnSpPr>
        <p:spPr>
          <a:xfrm>
            <a:off x="4253570" y="3681485"/>
            <a:ext cx="0" cy="2321552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2022F28-C25F-16D0-2B96-6DACA0825DB2}"/>
              </a:ext>
            </a:extLst>
          </p:cNvPr>
          <p:cNvCxnSpPr>
            <a:cxnSpLocks/>
          </p:cNvCxnSpPr>
          <p:nvPr/>
        </p:nvCxnSpPr>
        <p:spPr>
          <a:xfrm>
            <a:off x="698692" y="3681485"/>
            <a:ext cx="3581190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F5689220-7988-6F37-C1A4-5FE2D3EBE557}"/>
              </a:ext>
            </a:extLst>
          </p:cNvPr>
          <p:cNvCxnSpPr>
            <a:cxnSpLocks/>
          </p:cNvCxnSpPr>
          <p:nvPr/>
        </p:nvCxnSpPr>
        <p:spPr>
          <a:xfrm>
            <a:off x="8954748" y="2611690"/>
            <a:ext cx="14751" cy="3402304"/>
          </a:xfrm>
          <a:prstGeom prst="line">
            <a:avLst/>
          </a:prstGeom>
          <a:ln>
            <a:solidFill>
              <a:schemeClr val="tx1">
                <a:alpha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A061AAE-C8C2-C43D-B1D6-642F9446321E}"/>
              </a:ext>
            </a:extLst>
          </p:cNvPr>
          <p:cNvCxnSpPr>
            <a:cxnSpLocks/>
          </p:cNvCxnSpPr>
          <p:nvPr/>
        </p:nvCxnSpPr>
        <p:spPr>
          <a:xfrm>
            <a:off x="8168824" y="3040634"/>
            <a:ext cx="0" cy="2962403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A4642508-F1DD-4458-7CAB-76BD60661E0A}"/>
              </a:ext>
            </a:extLst>
          </p:cNvPr>
          <p:cNvCxnSpPr>
            <a:cxnSpLocks/>
          </p:cNvCxnSpPr>
          <p:nvPr/>
        </p:nvCxnSpPr>
        <p:spPr>
          <a:xfrm>
            <a:off x="6651231" y="3047451"/>
            <a:ext cx="2986150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83C1D57-F1DA-4179-52A4-140789C4395B}"/>
              </a:ext>
            </a:extLst>
          </p:cNvPr>
          <p:cNvCxnSpPr>
            <a:cxnSpLocks/>
          </p:cNvCxnSpPr>
          <p:nvPr/>
        </p:nvCxnSpPr>
        <p:spPr>
          <a:xfrm>
            <a:off x="9617647" y="3050738"/>
            <a:ext cx="0" cy="2962403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9DD25DFF-DB66-E29F-A3D6-AFA5B39727FE}"/>
              </a:ext>
            </a:extLst>
          </p:cNvPr>
          <p:cNvCxnSpPr>
            <a:cxnSpLocks/>
          </p:cNvCxnSpPr>
          <p:nvPr/>
        </p:nvCxnSpPr>
        <p:spPr>
          <a:xfrm>
            <a:off x="698692" y="4304104"/>
            <a:ext cx="2532228" cy="15744"/>
          </a:xfrm>
          <a:prstGeom prst="line">
            <a:avLst/>
          </a:prstGeom>
          <a:ln>
            <a:solidFill>
              <a:schemeClr val="tx1">
                <a:alpha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3601B97B-0D6C-9615-D8F6-690E450BD622}"/>
              </a:ext>
            </a:extLst>
          </p:cNvPr>
          <p:cNvCxnSpPr>
            <a:cxnSpLocks/>
          </p:cNvCxnSpPr>
          <p:nvPr/>
        </p:nvCxnSpPr>
        <p:spPr>
          <a:xfrm>
            <a:off x="3202185" y="4330460"/>
            <a:ext cx="0" cy="1672577"/>
          </a:xfrm>
          <a:prstGeom prst="line">
            <a:avLst/>
          </a:prstGeom>
          <a:ln>
            <a:solidFill>
              <a:schemeClr val="tx1">
                <a:alpha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C22E367-D263-A4E3-9BB0-C3A9DA0882C7}"/>
              </a:ext>
            </a:extLst>
          </p:cNvPr>
          <p:cNvCxnSpPr>
            <a:cxnSpLocks/>
          </p:cNvCxnSpPr>
          <p:nvPr/>
        </p:nvCxnSpPr>
        <p:spPr>
          <a:xfrm>
            <a:off x="680914" y="1078612"/>
            <a:ext cx="0" cy="49353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2B1CDC2-7DA2-568E-1E93-36ED83F2314F}"/>
              </a:ext>
            </a:extLst>
          </p:cNvPr>
          <p:cNvCxnSpPr>
            <a:cxnSpLocks/>
          </p:cNvCxnSpPr>
          <p:nvPr/>
        </p:nvCxnSpPr>
        <p:spPr>
          <a:xfrm flipH="1">
            <a:off x="675436" y="6008517"/>
            <a:ext cx="511096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044ACFC-F077-5961-C639-3C2F54226331}"/>
              </a:ext>
            </a:extLst>
          </p:cNvPr>
          <p:cNvCxnSpPr>
            <a:cxnSpLocks/>
          </p:cNvCxnSpPr>
          <p:nvPr/>
        </p:nvCxnSpPr>
        <p:spPr>
          <a:xfrm flipV="1">
            <a:off x="670452" y="2912715"/>
            <a:ext cx="4806484" cy="2984285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0084D2D-02FF-9755-E896-62E8339083D9}"/>
              </a:ext>
            </a:extLst>
          </p:cNvPr>
          <p:cNvCxnSpPr>
            <a:cxnSpLocks/>
          </p:cNvCxnSpPr>
          <p:nvPr/>
        </p:nvCxnSpPr>
        <p:spPr>
          <a:xfrm>
            <a:off x="683519" y="2513162"/>
            <a:ext cx="4722841" cy="33811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CF47C54D-E7D3-182E-5810-77846202FFAE}"/>
              </a:ext>
            </a:extLst>
          </p:cNvPr>
          <p:cNvSpPr txBox="1"/>
          <p:nvPr/>
        </p:nvSpPr>
        <p:spPr>
          <a:xfrm>
            <a:off x="457885" y="795989"/>
            <a:ext cx="3091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69CFABA-7AA5-98BC-6B6C-2D2E2A5C35C7}"/>
              </a:ext>
            </a:extLst>
          </p:cNvPr>
          <p:cNvSpPr txBox="1"/>
          <p:nvPr/>
        </p:nvSpPr>
        <p:spPr>
          <a:xfrm>
            <a:off x="5773566" y="5823851"/>
            <a:ext cx="361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47EAE7B-4E15-18C8-489C-05112D11F5F1}"/>
              </a:ext>
            </a:extLst>
          </p:cNvPr>
          <p:cNvSpPr txBox="1"/>
          <p:nvPr/>
        </p:nvSpPr>
        <p:spPr>
          <a:xfrm>
            <a:off x="5201622" y="2635716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91867A8-9985-4244-F5DA-CA8A3A7A999A}"/>
              </a:ext>
            </a:extLst>
          </p:cNvPr>
          <p:cNvSpPr txBox="1"/>
          <p:nvPr/>
        </p:nvSpPr>
        <p:spPr>
          <a:xfrm>
            <a:off x="5060901" y="5362186"/>
            <a:ext cx="421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E777316-3BFC-7188-0969-A26FF122092A}"/>
              </a:ext>
            </a:extLst>
          </p:cNvPr>
          <p:cNvCxnSpPr>
            <a:cxnSpLocks/>
          </p:cNvCxnSpPr>
          <p:nvPr/>
        </p:nvCxnSpPr>
        <p:spPr>
          <a:xfrm>
            <a:off x="6648626" y="1073132"/>
            <a:ext cx="0" cy="49353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7AEDCC7-C025-A73D-B80C-2DF248A2B767}"/>
              </a:ext>
            </a:extLst>
          </p:cNvPr>
          <p:cNvCxnSpPr>
            <a:cxnSpLocks/>
          </p:cNvCxnSpPr>
          <p:nvPr/>
        </p:nvCxnSpPr>
        <p:spPr>
          <a:xfrm flipH="1">
            <a:off x="6643148" y="6003037"/>
            <a:ext cx="511096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66C27F8-FB7B-4CEA-C5D2-06771C5C73B0}"/>
              </a:ext>
            </a:extLst>
          </p:cNvPr>
          <p:cNvCxnSpPr>
            <a:cxnSpLocks/>
          </p:cNvCxnSpPr>
          <p:nvPr/>
        </p:nvCxnSpPr>
        <p:spPr>
          <a:xfrm flipV="1">
            <a:off x="6651231" y="1159841"/>
            <a:ext cx="4971427" cy="2704381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3371A9B-3565-AFFF-8911-12C36ED6FC9F}"/>
              </a:ext>
            </a:extLst>
          </p:cNvPr>
          <p:cNvCxnSpPr>
            <a:cxnSpLocks/>
          </p:cNvCxnSpPr>
          <p:nvPr/>
        </p:nvCxnSpPr>
        <p:spPr>
          <a:xfrm>
            <a:off x="6651231" y="1152383"/>
            <a:ext cx="4971427" cy="317807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73B633CB-B205-A5E1-B24C-59574D433BEB}"/>
              </a:ext>
            </a:extLst>
          </p:cNvPr>
          <p:cNvSpPr txBox="1"/>
          <p:nvPr/>
        </p:nvSpPr>
        <p:spPr>
          <a:xfrm>
            <a:off x="6425597" y="790509"/>
            <a:ext cx="3091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C28BA9F-F427-7093-2AFE-1D33FE98A4E7}"/>
              </a:ext>
            </a:extLst>
          </p:cNvPr>
          <p:cNvSpPr txBox="1"/>
          <p:nvPr/>
        </p:nvSpPr>
        <p:spPr>
          <a:xfrm>
            <a:off x="11741278" y="5818371"/>
            <a:ext cx="361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B259D75F-60F9-D8C3-2A3D-B606B1EA0641}"/>
              </a:ext>
            </a:extLst>
          </p:cNvPr>
          <p:cNvSpPr txBox="1"/>
          <p:nvPr/>
        </p:nvSpPr>
        <p:spPr>
          <a:xfrm>
            <a:off x="11247115" y="928092"/>
            <a:ext cx="3145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50CA688-78E5-C0D5-A54B-776643D12CF2}"/>
              </a:ext>
            </a:extLst>
          </p:cNvPr>
          <p:cNvSpPr txBox="1"/>
          <p:nvPr/>
        </p:nvSpPr>
        <p:spPr>
          <a:xfrm>
            <a:off x="11287916" y="3771889"/>
            <a:ext cx="421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1862F5D6-3D85-ABC3-04D0-8F8BA41DB388}"/>
                  </a:ext>
                </a:extLst>
              </p:cNvPr>
              <p:cNvSpPr txBox="1"/>
              <p:nvPr/>
            </p:nvSpPr>
            <p:spPr>
              <a:xfrm>
                <a:off x="262684" y="4115045"/>
                <a:ext cx="504386" cy="3781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1862F5D6-3D85-ABC3-04D0-8F8BA41DB38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684" y="4115045"/>
                <a:ext cx="504386" cy="37811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9C33D658-02AE-D3BA-C17E-35168121E88F}"/>
              </a:ext>
            </a:extLst>
          </p:cNvPr>
          <p:cNvCxnSpPr>
            <a:cxnSpLocks/>
          </p:cNvCxnSpPr>
          <p:nvPr/>
        </p:nvCxnSpPr>
        <p:spPr>
          <a:xfrm>
            <a:off x="6643148" y="2611690"/>
            <a:ext cx="2326350" cy="3328"/>
          </a:xfrm>
          <a:prstGeom prst="line">
            <a:avLst/>
          </a:prstGeom>
          <a:ln>
            <a:solidFill>
              <a:schemeClr val="tx1">
                <a:alpha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58DF86FB-2228-2978-1939-1AED46FE8684}"/>
                  </a:ext>
                </a:extLst>
              </p:cNvPr>
              <p:cNvSpPr txBox="1"/>
              <p:nvPr/>
            </p:nvSpPr>
            <p:spPr>
              <a:xfrm>
                <a:off x="6230396" y="2423690"/>
                <a:ext cx="504386" cy="376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58DF86FB-2228-2978-1939-1AED46FE86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0396" y="2423690"/>
                <a:ext cx="504386" cy="376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F1FCB900-C797-A35E-5236-E6169C564C2F}"/>
                  </a:ext>
                </a:extLst>
              </p:cNvPr>
              <p:cNvSpPr txBox="1"/>
              <p:nvPr/>
            </p:nvSpPr>
            <p:spPr>
              <a:xfrm>
                <a:off x="2983165" y="6026297"/>
                <a:ext cx="438039" cy="2857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F1FCB900-C797-A35E-5236-E6169C564C2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3165" y="6026297"/>
                <a:ext cx="438039" cy="285784"/>
              </a:xfrm>
              <a:prstGeom prst="rect">
                <a:avLst/>
              </a:prstGeom>
              <a:blipFill>
                <a:blip r:embed="rId4"/>
                <a:stretch>
                  <a:fillRect l="-6944" t="-2174" b="-30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056512DC-DB27-2F26-C7B1-78AECE53E8FC}"/>
                  </a:ext>
                </a:extLst>
              </p:cNvPr>
              <p:cNvSpPr txBox="1"/>
              <p:nvPr/>
            </p:nvSpPr>
            <p:spPr>
              <a:xfrm>
                <a:off x="8750479" y="6026297"/>
                <a:ext cx="438039" cy="28366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056512DC-DB27-2F26-C7B1-78AECE53E8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0479" y="6026297"/>
                <a:ext cx="438039" cy="283667"/>
              </a:xfrm>
              <a:prstGeom prst="rect">
                <a:avLst/>
              </a:prstGeom>
              <a:blipFill>
                <a:blip r:embed="rId5"/>
                <a:stretch>
                  <a:fillRect l="-11111" b="-30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A543A1D-09FB-715E-09F2-91A135B937DF}"/>
                  </a:ext>
                </a:extLst>
              </p:cNvPr>
              <p:cNvSpPr txBox="1"/>
              <p:nvPr/>
            </p:nvSpPr>
            <p:spPr>
              <a:xfrm>
                <a:off x="30810" y="3487516"/>
                <a:ext cx="504386" cy="3767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𝑅𝑜𝑊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A543A1D-09FB-715E-09F2-91A135B937D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10" y="3487516"/>
                <a:ext cx="504386" cy="376706"/>
              </a:xfrm>
              <a:prstGeom prst="rect">
                <a:avLst/>
              </a:prstGeom>
              <a:blipFill>
                <a:blip r:embed="rId6"/>
                <a:stretch>
                  <a:fillRect r="-313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062965B-0077-F857-6647-AE8497D6E6FE}"/>
                  </a:ext>
                </a:extLst>
              </p:cNvPr>
              <p:cNvSpPr txBox="1"/>
              <p:nvPr/>
            </p:nvSpPr>
            <p:spPr>
              <a:xfrm>
                <a:off x="5990183" y="2859418"/>
                <a:ext cx="504386" cy="3760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𝑅𝑜𝑊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D062965B-0077-F857-6647-AE8497D6E6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0183" y="2859418"/>
                <a:ext cx="504386" cy="376065"/>
              </a:xfrm>
              <a:prstGeom prst="rect">
                <a:avLst/>
              </a:prstGeom>
              <a:blipFill>
                <a:blip r:embed="rId7"/>
                <a:stretch>
                  <a:fillRect r="-329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0CE34EA-5079-05B5-6DA1-B52235CA10F9}"/>
                  </a:ext>
                </a:extLst>
              </p:cNvPr>
              <p:cNvSpPr txBox="1"/>
              <p:nvPr/>
            </p:nvSpPr>
            <p:spPr>
              <a:xfrm>
                <a:off x="3999887" y="6036511"/>
                <a:ext cx="438039" cy="28777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E0CE34EA-5079-05B5-6DA1-B52235CA10F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9887" y="6036511"/>
                <a:ext cx="438039" cy="287771"/>
              </a:xfrm>
              <a:prstGeom prst="rect">
                <a:avLst/>
              </a:prstGeom>
              <a:blipFill>
                <a:blip r:embed="rId8"/>
                <a:stretch>
                  <a:fillRect l="-4167" b="-29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3252CB9-0F7C-D1B7-7670-BAD9E18AC711}"/>
                  </a:ext>
                </a:extLst>
              </p:cNvPr>
              <p:cNvSpPr txBox="1"/>
              <p:nvPr/>
            </p:nvSpPr>
            <p:spPr>
              <a:xfrm>
                <a:off x="2096326" y="6026297"/>
                <a:ext cx="438039" cy="28437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03252CB9-0F7C-D1B7-7670-BAD9E18AC7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6326" y="6026297"/>
                <a:ext cx="438039" cy="284373"/>
              </a:xfrm>
              <a:prstGeom prst="rect">
                <a:avLst/>
              </a:prstGeom>
              <a:blipFill>
                <a:blip r:embed="rId9"/>
                <a:stretch>
                  <a:fillRect l="-6944" t="-2174" b="-30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58E4C53C-FD23-4AF5-0517-4EADB7A45A4F}"/>
                  </a:ext>
                </a:extLst>
              </p:cNvPr>
              <p:cNvSpPr txBox="1"/>
              <p:nvPr/>
            </p:nvSpPr>
            <p:spPr>
              <a:xfrm>
                <a:off x="9398627" y="6040082"/>
                <a:ext cx="438039" cy="28225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58E4C53C-FD23-4AF5-0517-4EADB7A45A4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8627" y="6040082"/>
                <a:ext cx="438039" cy="282257"/>
              </a:xfrm>
              <a:prstGeom prst="rect">
                <a:avLst/>
              </a:prstGeom>
              <a:blipFill>
                <a:blip r:embed="rId10"/>
                <a:stretch>
                  <a:fillRect l="-11111" b="-30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8AF34199-8940-CA36-154E-F4C916D27250}"/>
                  </a:ext>
                </a:extLst>
              </p:cNvPr>
              <p:cNvSpPr txBox="1"/>
              <p:nvPr/>
            </p:nvSpPr>
            <p:spPr>
              <a:xfrm>
                <a:off x="7949804" y="6045869"/>
                <a:ext cx="438039" cy="28565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8AF34199-8940-CA36-154E-F4C916D2725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9804" y="6045869"/>
                <a:ext cx="438039" cy="285656"/>
              </a:xfrm>
              <a:prstGeom prst="rect">
                <a:avLst/>
              </a:prstGeom>
              <a:blipFill>
                <a:blip r:embed="rId11"/>
                <a:stretch>
                  <a:fillRect l="-11111" b="-27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7" name="TextBox 36">
            <a:extLst>
              <a:ext uri="{FF2B5EF4-FFF2-40B4-BE49-F238E27FC236}">
                <a16:creationId xmlns:a16="http://schemas.microsoft.com/office/drawing/2014/main" id="{B55F2B67-6FFD-FA35-0AAC-860279FF2BBA}"/>
              </a:ext>
            </a:extLst>
          </p:cNvPr>
          <p:cNvSpPr txBox="1"/>
          <p:nvPr/>
        </p:nvSpPr>
        <p:spPr>
          <a:xfrm>
            <a:off x="2448955" y="426657"/>
            <a:ext cx="1506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English Cloth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C7C0B6FE-E84C-362F-B2CA-7919F40F6BA8}"/>
              </a:ext>
            </a:extLst>
          </p:cNvPr>
          <p:cNvSpPr txBox="1"/>
          <p:nvPr/>
        </p:nvSpPr>
        <p:spPr>
          <a:xfrm>
            <a:off x="8208894" y="426657"/>
            <a:ext cx="1506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English Wine</a:t>
            </a:r>
          </a:p>
        </p:txBody>
      </p:sp>
    </p:spTree>
    <p:extLst>
      <p:ext uri="{BB962C8B-B14F-4D97-AF65-F5344CB8AC3E}">
        <p14:creationId xmlns:p14="http://schemas.microsoft.com/office/powerpoint/2010/main" val="18099616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1C8538-2F5E-128D-34D2-7F7BA290C4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F08173C-040B-42BA-70AB-368E0C0BFA01}"/>
              </a:ext>
            </a:extLst>
          </p:cNvPr>
          <p:cNvCxnSpPr>
            <a:cxnSpLocks/>
          </p:cNvCxnSpPr>
          <p:nvPr/>
        </p:nvCxnSpPr>
        <p:spPr>
          <a:xfrm>
            <a:off x="2319578" y="3681485"/>
            <a:ext cx="0" cy="2321552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876E86A-DC3C-9F3C-2FC0-43732BB200AB}"/>
              </a:ext>
            </a:extLst>
          </p:cNvPr>
          <p:cNvCxnSpPr>
            <a:cxnSpLocks/>
          </p:cNvCxnSpPr>
          <p:nvPr/>
        </p:nvCxnSpPr>
        <p:spPr>
          <a:xfrm>
            <a:off x="4253570" y="3681485"/>
            <a:ext cx="0" cy="2321552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1E4D048-205A-15BF-B790-05FD735661CB}"/>
              </a:ext>
            </a:extLst>
          </p:cNvPr>
          <p:cNvCxnSpPr>
            <a:cxnSpLocks/>
          </p:cNvCxnSpPr>
          <p:nvPr/>
        </p:nvCxnSpPr>
        <p:spPr>
          <a:xfrm>
            <a:off x="698692" y="3681485"/>
            <a:ext cx="3581190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07E0EC8A-22F1-F2AA-07B4-1AECA13724B5}"/>
              </a:ext>
            </a:extLst>
          </p:cNvPr>
          <p:cNvCxnSpPr>
            <a:cxnSpLocks/>
          </p:cNvCxnSpPr>
          <p:nvPr/>
        </p:nvCxnSpPr>
        <p:spPr>
          <a:xfrm>
            <a:off x="8954748" y="2611690"/>
            <a:ext cx="14751" cy="3402304"/>
          </a:xfrm>
          <a:prstGeom prst="line">
            <a:avLst/>
          </a:prstGeom>
          <a:ln>
            <a:solidFill>
              <a:schemeClr val="tx1">
                <a:alpha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A20EF77-39DD-6782-F94B-94A931CD0D37}"/>
              </a:ext>
            </a:extLst>
          </p:cNvPr>
          <p:cNvCxnSpPr>
            <a:cxnSpLocks/>
          </p:cNvCxnSpPr>
          <p:nvPr/>
        </p:nvCxnSpPr>
        <p:spPr>
          <a:xfrm>
            <a:off x="8168824" y="3040634"/>
            <a:ext cx="0" cy="2962403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4D5AD27-AD09-E8F9-CCD2-BD07D2F298BF}"/>
              </a:ext>
            </a:extLst>
          </p:cNvPr>
          <p:cNvCxnSpPr>
            <a:cxnSpLocks/>
          </p:cNvCxnSpPr>
          <p:nvPr/>
        </p:nvCxnSpPr>
        <p:spPr>
          <a:xfrm>
            <a:off x="6651231" y="3047451"/>
            <a:ext cx="2986150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7A73E5E5-0A63-88E3-4734-CD856BF8EAF7}"/>
              </a:ext>
            </a:extLst>
          </p:cNvPr>
          <p:cNvCxnSpPr>
            <a:cxnSpLocks/>
          </p:cNvCxnSpPr>
          <p:nvPr/>
        </p:nvCxnSpPr>
        <p:spPr>
          <a:xfrm>
            <a:off x="9617647" y="3050738"/>
            <a:ext cx="0" cy="2962403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96A43957-A8B8-E965-A76F-C19529EAF1DA}"/>
              </a:ext>
            </a:extLst>
          </p:cNvPr>
          <p:cNvCxnSpPr>
            <a:cxnSpLocks/>
          </p:cNvCxnSpPr>
          <p:nvPr/>
        </p:nvCxnSpPr>
        <p:spPr>
          <a:xfrm>
            <a:off x="698692" y="4304104"/>
            <a:ext cx="2532228" cy="15744"/>
          </a:xfrm>
          <a:prstGeom prst="line">
            <a:avLst/>
          </a:prstGeom>
          <a:ln>
            <a:solidFill>
              <a:schemeClr val="tx1">
                <a:alpha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0699C351-FFAD-0A98-5114-6B3176F15105}"/>
              </a:ext>
            </a:extLst>
          </p:cNvPr>
          <p:cNvCxnSpPr>
            <a:cxnSpLocks/>
          </p:cNvCxnSpPr>
          <p:nvPr/>
        </p:nvCxnSpPr>
        <p:spPr>
          <a:xfrm>
            <a:off x="3202185" y="4330460"/>
            <a:ext cx="0" cy="1672577"/>
          </a:xfrm>
          <a:prstGeom prst="line">
            <a:avLst/>
          </a:prstGeom>
          <a:ln>
            <a:solidFill>
              <a:schemeClr val="tx1">
                <a:alpha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53ABD9-D425-7CC1-DA59-C612ABEAA4EC}"/>
              </a:ext>
            </a:extLst>
          </p:cNvPr>
          <p:cNvCxnSpPr>
            <a:cxnSpLocks/>
          </p:cNvCxnSpPr>
          <p:nvPr/>
        </p:nvCxnSpPr>
        <p:spPr>
          <a:xfrm>
            <a:off x="680914" y="1078612"/>
            <a:ext cx="0" cy="49353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0EF451E-C8B1-EA86-2AE9-59F750BFE158}"/>
              </a:ext>
            </a:extLst>
          </p:cNvPr>
          <p:cNvCxnSpPr>
            <a:cxnSpLocks/>
          </p:cNvCxnSpPr>
          <p:nvPr/>
        </p:nvCxnSpPr>
        <p:spPr>
          <a:xfrm flipH="1">
            <a:off x="675436" y="6008517"/>
            <a:ext cx="511096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0E17E2F9-EC45-674B-7AB9-66F6FBB55690}"/>
              </a:ext>
            </a:extLst>
          </p:cNvPr>
          <p:cNvCxnSpPr>
            <a:cxnSpLocks/>
          </p:cNvCxnSpPr>
          <p:nvPr/>
        </p:nvCxnSpPr>
        <p:spPr>
          <a:xfrm flipV="1">
            <a:off x="670452" y="2912715"/>
            <a:ext cx="4806484" cy="2984285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C854902-E4B0-3B8B-ADF5-0B5E34458115}"/>
              </a:ext>
            </a:extLst>
          </p:cNvPr>
          <p:cNvCxnSpPr>
            <a:cxnSpLocks/>
          </p:cNvCxnSpPr>
          <p:nvPr/>
        </p:nvCxnSpPr>
        <p:spPr>
          <a:xfrm>
            <a:off x="683519" y="2513162"/>
            <a:ext cx="4722841" cy="33811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013A6A50-3DD6-9252-6BD2-16097BE6F561}"/>
              </a:ext>
            </a:extLst>
          </p:cNvPr>
          <p:cNvSpPr txBox="1"/>
          <p:nvPr/>
        </p:nvSpPr>
        <p:spPr>
          <a:xfrm>
            <a:off x="457885" y="795989"/>
            <a:ext cx="3091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CE0BC69-0FEC-B65E-A140-34D233FDE32C}"/>
              </a:ext>
            </a:extLst>
          </p:cNvPr>
          <p:cNvSpPr txBox="1"/>
          <p:nvPr/>
        </p:nvSpPr>
        <p:spPr>
          <a:xfrm>
            <a:off x="5773566" y="5823851"/>
            <a:ext cx="361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D304177-2620-0F97-6397-073EE3B40937}"/>
              </a:ext>
            </a:extLst>
          </p:cNvPr>
          <p:cNvSpPr txBox="1"/>
          <p:nvPr/>
        </p:nvSpPr>
        <p:spPr>
          <a:xfrm>
            <a:off x="5201622" y="2635716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710B38F-7A81-6D3D-EC31-BCAAA64A4469}"/>
              </a:ext>
            </a:extLst>
          </p:cNvPr>
          <p:cNvSpPr txBox="1"/>
          <p:nvPr/>
        </p:nvSpPr>
        <p:spPr>
          <a:xfrm>
            <a:off x="5060901" y="5362186"/>
            <a:ext cx="421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4132153-9591-CA97-4DD7-3F4D43DA1E42}"/>
              </a:ext>
            </a:extLst>
          </p:cNvPr>
          <p:cNvCxnSpPr>
            <a:cxnSpLocks/>
          </p:cNvCxnSpPr>
          <p:nvPr/>
        </p:nvCxnSpPr>
        <p:spPr>
          <a:xfrm>
            <a:off x="6648626" y="1073132"/>
            <a:ext cx="0" cy="49353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27FC7C4-B831-6DFA-8A64-9BDB44DB525C}"/>
              </a:ext>
            </a:extLst>
          </p:cNvPr>
          <p:cNvCxnSpPr>
            <a:cxnSpLocks/>
          </p:cNvCxnSpPr>
          <p:nvPr/>
        </p:nvCxnSpPr>
        <p:spPr>
          <a:xfrm flipH="1">
            <a:off x="6643148" y="6003037"/>
            <a:ext cx="511096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0180A21-D574-513E-2088-A41A98331378}"/>
              </a:ext>
            </a:extLst>
          </p:cNvPr>
          <p:cNvCxnSpPr>
            <a:cxnSpLocks/>
          </p:cNvCxnSpPr>
          <p:nvPr/>
        </p:nvCxnSpPr>
        <p:spPr>
          <a:xfrm flipV="1">
            <a:off x="6651231" y="1159841"/>
            <a:ext cx="4971427" cy="2704381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97EB42C-52AA-D812-56F0-FBA9DF9653DD}"/>
              </a:ext>
            </a:extLst>
          </p:cNvPr>
          <p:cNvCxnSpPr>
            <a:cxnSpLocks/>
          </p:cNvCxnSpPr>
          <p:nvPr/>
        </p:nvCxnSpPr>
        <p:spPr>
          <a:xfrm>
            <a:off x="6651231" y="1152383"/>
            <a:ext cx="4971427" cy="317807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5739CEE6-7DC4-EA3D-A272-66FCF9CC8C13}"/>
              </a:ext>
            </a:extLst>
          </p:cNvPr>
          <p:cNvSpPr txBox="1"/>
          <p:nvPr/>
        </p:nvSpPr>
        <p:spPr>
          <a:xfrm>
            <a:off x="6425597" y="790509"/>
            <a:ext cx="3091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3CE5113-5ED3-507B-4AD8-71484D82B065}"/>
              </a:ext>
            </a:extLst>
          </p:cNvPr>
          <p:cNvSpPr txBox="1"/>
          <p:nvPr/>
        </p:nvSpPr>
        <p:spPr>
          <a:xfrm>
            <a:off x="11741278" y="5818371"/>
            <a:ext cx="361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0B01FE5-CCE1-ED91-D894-05312489800C}"/>
              </a:ext>
            </a:extLst>
          </p:cNvPr>
          <p:cNvSpPr txBox="1"/>
          <p:nvPr/>
        </p:nvSpPr>
        <p:spPr>
          <a:xfrm>
            <a:off x="11247115" y="928092"/>
            <a:ext cx="3145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3BFBDA8-8A43-D902-1CB0-3189C2400878}"/>
              </a:ext>
            </a:extLst>
          </p:cNvPr>
          <p:cNvSpPr txBox="1"/>
          <p:nvPr/>
        </p:nvSpPr>
        <p:spPr>
          <a:xfrm>
            <a:off x="11287916" y="3771889"/>
            <a:ext cx="421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DBC73A52-B782-8EAE-3942-731FD6937E60}"/>
                  </a:ext>
                </a:extLst>
              </p:cNvPr>
              <p:cNvSpPr txBox="1"/>
              <p:nvPr/>
            </p:nvSpPr>
            <p:spPr>
              <a:xfrm>
                <a:off x="262684" y="4115045"/>
                <a:ext cx="504386" cy="3781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DBC73A52-B782-8EAE-3942-731FD6937E6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684" y="4115045"/>
                <a:ext cx="504386" cy="37811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24AFB438-6FBF-0EFD-18CC-25EF4474FC5A}"/>
              </a:ext>
            </a:extLst>
          </p:cNvPr>
          <p:cNvCxnSpPr>
            <a:cxnSpLocks/>
          </p:cNvCxnSpPr>
          <p:nvPr/>
        </p:nvCxnSpPr>
        <p:spPr>
          <a:xfrm>
            <a:off x="6643148" y="2611690"/>
            <a:ext cx="2326350" cy="3328"/>
          </a:xfrm>
          <a:prstGeom prst="line">
            <a:avLst/>
          </a:prstGeom>
          <a:ln>
            <a:solidFill>
              <a:schemeClr val="tx1">
                <a:alpha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3F1698A5-F49E-EB8F-6DC2-64770FFE8CA1}"/>
                  </a:ext>
                </a:extLst>
              </p:cNvPr>
              <p:cNvSpPr txBox="1"/>
              <p:nvPr/>
            </p:nvSpPr>
            <p:spPr>
              <a:xfrm>
                <a:off x="6230396" y="2423690"/>
                <a:ext cx="504386" cy="376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3F1698A5-F49E-EB8F-6DC2-64770FFE8CA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0396" y="2423690"/>
                <a:ext cx="504386" cy="376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F55A26CB-F4BA-20E8-B33E-C2F556F0ADD4}"/>
                  </a:ext>
                </a:extLst>
              </p:cNvPr>
              <p:cNvSpPr txBox="1"/>
              <p:nvPr/>
            </p:nvSpPr>
            <p:spPr>
              <a:xfrm>
                <a:off x="2983165" y="6026297"/>
                <a:ext cx="438039" cy="2857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F55A26CB-F4BA-20E8-B33E-C2F556F0AD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3165" y="6026297"/>
                <a:ext cx="438039" cy="285784"/>
              </a:xfrm>
              <a:prstGeom prst="rect">
                <a:avLst/>
              </a:prstGeom>
              <a:blipFill>
                <a:blip r:embed="rId4"/>
                <a:stretch>
                  <a:fillRect l="-6944" t="-2174" b="-30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A5B21FF8-8E95-E42E-B8D7-2A49FBD0BA65}"/>
                  </a:ext>
                </a:extLst>
              </p:cNvPr>
              <p:cNvSpPr txBox="1"/>
              <p:nvPr/>
            </p:nvSpPr>
            <p:spPr>
              <a:xfrm>
                <a:off x="8750479" y="6026297"/>
                <a:ext cx="438039" cy="28366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A5B21FF8-8E95-E42E-B8D7-2A49FBD0BA6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0479" y="6026297"/>
                <a:ext cx="438039" cy="283667"/>
              </a:xfrm>
              <a:prstGeom prst="rect">
                <a:avLst/>
              </a:prstGeom>
              <a:blipFill>
                <a:blip r:embed="rId5"/>
                <a:stretch>
                  <a:fillRect l="-11111" b="-30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ECAA47E-920C-38DC-4818-971201300CB0}"/>
                  </a:ext>
                </a:extLst>
              </p:cNvPr>
              <p:cNvSpPr txBox="1"/>
              <p:nvPr/>
            </p:nvSpPr>
            <p:spPr>
              <a:xfrm>
                <a:off x="30810" y="3487516"/>
                <a:ext cx="504386" cy="3767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𝑅𝑜𝑊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7ECAA47E-920C-38DC-4818-971201300CB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10" y="3487516"/>
                <a:ext cx="504386" cy="376706"/>
              </a:xfrm>
              <a:prstGeom prst="rect">
                <a:avLst/>
              </a:prstGeom>
              <a:blipFill>
                <a:blip r:embed="rId6"/>
                <a:stretch>
                  <a:fillRect r="-313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3A47FDD-4A79-45B6-7883-60BB1C355F44}"/>
                  </a:ext>
                </a:extLst>
              </p:cNvPr>
              <p:cNvSpPr txBox="1"/>
              <p:nvPr/>
            </p:nvSpPr>
            <p:spPr>
              <a:xfrm>
                <a:off x="5990183" y="2859418"/>
                <a:ext cx="504386" cy="3760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𝑅𝑜𝑊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3A47FDD-4A79-45B6-7883-60BB1C355F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0183" y="2859418"/>
                <a:ext cx="504386" cy="376065"/>
              </a:xfrm>
              <a:prstGeom prst="rect">
                <a:avLst/>
              </a:prstGeom>
              <a:blipFill>
                <a:blip r:embed="rId7"/>
                <a:stretch>
                  <a:fillRect r="-329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6085E97-EA00-BFE7-D399-FD1ADFF60B5A}"/>
                  </a:ext>
                </a:extLst>
              </p:cNvPr>
              <p:cNvSpPr txBox="1"/>
              <p:nvPr/>
            </p:nvSpPr>
            <p:spPr>
              <a:xfrm>
                <a:off x="3999887" y="6036511"/>
                <a:ext cx="438039" cy="28777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D6085E97-EA00-BFE7-D399-FD1ADFF60B5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9887" y="6036511"/>
                <a:ext cx="438039" cy="287771"/>
              </a:xfrm>
              <a:prstGeom prst="rect">
                <a:avLst/>
              </a:prstGeom>
              <a:blipFill>
                <a:blip r:embed="rId8"/>
                <a:stretch>
                  <a:fillRect l="-4167" b="-29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2FDEEC01-82A7-B1D4-DBEA-7F58F0541003}"/>
                  </a:ext>
                </a:extLst>
              </p:cNvPr>
              <p:cNvSpPr txBox="1"/>
              <p:nvPr/>
            </p:nvSpPr>
            <p:spPr>
              <a:xfrm>
                <a:off x="2096326" y="6026297"/>
                <a:ext cx="438039" cy="28437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2FDEEC01-82A7-B1D4-DBEA-7F58F054100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6326" y="6026297"/>
                <a:ext cx="438039" cy="284373"/>
              </a:xfrm>
              <a:prstGeom prst="rect">
                <a:avLst/>
              </a:prstGeom>
              <a:blipFill>
                <a:blip r:embed="rId9"/>
                <a:stretch>
                  <a:fillRect l="-6944" t="-2174" b="-30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40A0EEC7-74C9-B287-4122-CE31F62C0746}"/>
                  </a:ext>
                </a:extLst>
              </p:cNvPr>
              <p:cNvSpPr txBox="1"/>
              <p:nvPr/>
            </p:nvSpPr>
            <p:spPr>
              <a:xfrm>
                <a:off x="9398627" y="6040082"/>
                <a:ext cx="438039" cy="28225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40A0EEC7-74C9-B287-4122-CE31F62C074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8627" y="6040082"/>
                <a:ext cx="438039" cy="282257"/>
              </a:xfrm>
              <a:prstGeom prst="rect">
                <a:avLst/>
              </a:prstGeom>
              <a:blipFill>
                <a:blip r:embed="rId10"/>
                <a:stretch>
                  <a:fillRect l="-11111" b="-30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C142BED-2DE0-9084-AEB9-F2CE51BC439D}"/>
                  </a:ext>
                </a:extLst>
              </p:cNvPr>
              <p:cNvSpPr txBox="1"/>
              <p:nvPr/>
            </p:nvSpPr>
            <p:spPr>
              <a:xfrm>
                <a:off x="7949804" y="6045869"/>
                <a:ext cx="438039" cy="28565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AC142BED-2DE0-9084-AEB9-F2CE51BC439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9804" y="6045869"/>
                <a:ext cx="438039" cy="285656"/>
              </a:xfrm>
              <a:prstGeom prst="rect">
                <a:avLst/>
              </a:prstGeom>
              <a:blipFill>
                <a:blip r:embed="rId11"/>
                <a:stretch>
                  <a:fillRect l="-11111" b="-27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Left Brace 7">
            <a:extLst>
              <a:ext uri="{FF2B5EF4-FFF2-40B4-BE49-F238E27FC236}">
                <a16:creationId xmlns:a16="http://schemas.microsoft.com/office/drawing/2014/main" id="{851E6182-D804-1FD4-0675-721BECE44041}"/>
              </a:ext>
            </a:extLst>
          </p:cNvPr>
          <p:cNvSpPr/>
          <p:nvPr/>
        </p:nvSpPr>
        <p:spPr>
          <a:xfrm rot="16200000">
            <a:off x="3148196" y="5508861"/>
            <a:ext cx="284376" cy="1926376"/>
          </a:xfrm>
          <a:prstGeom prst="leftBrace">
            <a:avLst>
              <a:gd name="adj1" fmla="val 8333"/>
              <a:gd name="adj2" fmla="val 50341"/>
            </a:avLst>
          </a:prstGeom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93813B7-AAE1-B29E-6D77-A8B51B88165F}"/>
              </a:ext>
            </a:extLst>
          </p:cNvPr>
          <p:cNvSpPr txBox="1"/>
          <p:nvPr/>
        </p:nvSpPr>
        <p:spPr>
          <a:xfrm>
            <a:off x="2837227" y="6516880"/>
            <a:ext cx="9389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Exports</a:t>
            </a:r>
          </a:p>
        </p:txBody>
      </p:sp>
      <p:sp>
        <p:nvSpPr>
          <p:cNvPr id="12" name="Left Brace 11">
            <a:extLst>
              <a:ext uri="{FF2B5EF4-FFF2-40B4-BE49-F238E27FC236}">
                <a16:creationId xmlns:a16="http://schemas.microsoft.com/office/drawing/2014/main" id="{D8421CB5-F57C-1466-668D-55AD33D11943}"/>
              </a:ext>
            </a:extLst>
          </p:cNvPr>
          <p:cNvSpPr/>
          <p:nvPr/>
        </p:nvSpPr>
        <p:spPr>
          <a:xfrm rot="16200000">
            <a:off x="8751047" y="5764784"/>
            <a:ext cx="284376" cy="1448824"/>
          </a:xfrm>
          <a:prstGeom prst="leftBrace">
            <a:avLst>
              <a:gd name="adj1" fmla="val 8333"/>
              <a:gd name="adj2" fmla="val 50555"/>
            </a:avLst>
          </a:prstGeom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0B684D9-0142-92E3-BDA0-E22213785D4D}"/>
              </a:ext>
            </a:extLst>
          </p:cNvPr>
          <p:cNvSpPr txBox="1"/>
          <p:nvPr/>
        </p:nvSpPr>
        <p:spPr>
          <a:xfrm>
            <a:off x="8433414" y="6516880"/>
            <a:ext cx="966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Imports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CF1E8BA-08E8-B467-D3FB-164D65C22434}"/>
              </a:ext>
            </a:extLst>
          </p:cNvPr>
          <p:cNvSpPr txBox="1"/>
          <p:nvPr/>
        </p:nvSpPr>
        <p:spPr>
          <a:xfrm>
            <a:off x="2448955" y="426657"/>
            <a:ext cx="1506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English Cloth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94BEC82-8573-7744-110F-88DA6663C9A0}"/>
              </a:ext>
            </a:extLst>
          </p:cNvPr>
          <p:cNvSpPr txBox="1"/>
          <p:nvPr/>
        </p:nvSpPr>
        <p:spPr>
          <a:xfrm>
            <a:off x="8208894" y="426657"/>
            <a:ext cx="1506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English Wine</a:t>
            </a:r>
          </a:p>
        </p:txBody>
      </p:sp>
    </p:spTree>
    <p:extLst>
      <p:ext uri="{BB962C8B-B14F-4D97-AF65-F5344CB8AC3E}">
        <p14:creationId xmlns:p14="http://schemas.microsoft.com/office/powerpoint/2010/main" val="33062907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BFA6BD-C9BB-90C2-5CD3-B5D53AA43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Rectangle 36">
            <a:extLst>
              <a:ext uri="{FF2B5EF4-FFF2-40B4-BE49-F238E27FC236}">
                <a16:creationId xmlns:a16="http://schemas.microsoft.com/office/drawing/2014/main" id="{DBA1BF42-17D8-1205-88C0-F7F8211C6491}"/>
              </a:ext>
            </a:extLst>
          </p:cNvPr>
          <p:cNvSpPr/>
          <p:nvPr/>
        </p:nvSpPr>
        <p:spPr>
          <a:xfrm>
            <a:off x="8171430" y="3047584"/>
            <a:ext cx="1446218" cy="294997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049F2BC-DC36-09D9-A0B9-B221E4393341}"/>
              </a:ext>
            </a:extLst>
          </p:cNvPr>
          <p:cNvSpPr/>
          <p:nvPr/>
        </p:nvSpPr>
        <p:spPr>
          <a:xfrm>
            <a:off x="2338111" y="3686965"/>
            <a:ext cx="1915257" cy="2315961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80EC3CCB-65C8-557E-D727-746F1E89A9BF}"/>
              </a:ext>
            </a:extLst>
          </p:cNvPr>
          <p:cNvCxnSpPr>
            <a:cxnSpLocks/>
          </p:cNvCxnSpPr>
          <p:nvPr/>
        </p:nvCxnSpPr>
        <p:spPr>
          <a:xfrm>
            <a:off x="2319578" y="3681485"/>
            <a:ext cx="0" cy="2321552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E0EA453-969E-EE05-99DC-EBEE22C14CC7}"/>
              </a:ext>
            </a:extLst>
          </p:cNvPr>
          <p:cNvCxnSpPr>
            <a:cxnSpLocks/>
          </p:cNvCxnSpPr>
          <p:nvPr/>
        </p:nvCxnSpPr>
        <p:spPr>
          <a:xfrm>
            <a:off x="4253570" y="3681485"/>
            <a:ext cx="0" cy="2321552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5C649B49-F1B3-AA74-CAFC-6C754307CD05}"/>
              </a:ext>
            </a:extLst>
          </p:cNvPr>
          <p:cNvCxnSpPr>
            <a:cxnSpLocks/>
          </p:cNvCxnSpPr>
          <p:nvPr/>
        </p:nvCxnSpPr>
        <p:spPr>
          <a:xfrm>
            <a:off x="698692" y="3681485"/>
            <a:ext cx="3581190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D8090DE5-D0DF-8984-1935-04F719C36367}"/>
              </a:ext>
            </a:extLst>
          </p:cNvPr>
          <p:cNvCxnSpPr>
            <a:cxnSpLocks/>
          </p:cNvCxnSpPr>
          <p:nvPr/>
        </p:nvCxnSpPr>
        <p:spPr>
          <a:xfrm>
            <a:off x="8954748" y="2611690"/>
            <a:ext cx="14751" cy="3402304"/>
          </a:xfrm>
          <a:prstGeom prst="line">
            <a:avLst/>
          </a:prstGeom>
          <a:ln>
            <a:solidFill>
              <a:schemeClr val="tx1">
                <a:alpha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13AB3C5-8C4E-489D-BFB0-F1CA7FC8F453}"/>
              </a:ext>
            </a:extLst>
          </p:cNvPr>
          <p:cNvCxnSpPr>
            <a:cxnSpLocks/>
          </p:cNvCxnSpPr>
          <p:nvPr/>
        </p:nvCxnSpPr>
        <p:spPr>
          <a:xfrm>
            <a:off x="8168824" y="3040634"/>
            <a:ext cx="0" cy="2962403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841DD74-6B5A-9BC8-DAE1-E78BA59AC014}"/>
              </a:ext>
            </a:extLst>
          </p:cNvPr>
          <p:cNvCxnSpPr>
            <a:cxnSpLocks/>
          </p:cNvCxnSpPr>
          <p:nvPr/>
        </p:nvCxnSpPr>
        <p:spPr>
          <a:xfrm>
            <a:off x="6651231" y="3047451"/>
            <a:ext cx="2986150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AF456B13-705E-2618-089C-4538B22C0E75}"/>
              </a:ext>
            </a:extLst>
          </p:cNvPr>
          <p:cNvCxnSpPr>
            <a:cxnSpLocks/>
          </p:cNvCxnSpPr>
          <p:nvPr/>
        </p:nvCxnSpPr>
        <p:spPr>
          <a:xfrm>
            <a:off x="9617647" y="3050738"/>
            <a:ext cx="0" cy="2962403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1C8EF8C5-0E2A-3E04-67B8-0DEF7F704895}"/>
              </a:ext>
            </a:extLst>
          </p:cNvPr>
          <p:cNvCxnSpPr>
            <a:cxnSpLocks/>
          </p:cNvCxnSpPr>
          <p:nvPr/>
        </p:nvCxnSpPr>
        <p:spPr>
          <a:xfrm>
            <a:off x="698692" y="4304104"/>
            <a:ext cx="2532228" cy="15744"/>
          </a:xfrm>
          <a:prstGeom prst="line">
            <a:avLst/>
          </a:prstGeom>
          <a:ln>
            <a:solidFill>
              <a:schemeClr val="tx1">
                <a:alpha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768FC576-940C-A990-85DE-1C5BB729F23B}"/>
              </a:ext>
            </a:extLst>
          </p:cNvPr>
          <p:cNvCxnSpPr>
            <a:cxnSpLocks/>
          </p:cNvCxnSpPr>
          <p:nvPr/>
        </p:nvCxnSpPr>
        <p:spPr>
          <a:xfrm>
            <a:off x="3202185" y="4330460"/>
            <a:ext cx="0" cy="1672577"/>
          </a:xfrm>
          <a:prstGeom prst="line">
            <a:avLst/>
          </a:prstGeom>
          <a:ln>
            <a:solidFill>
              <a:schemeClr val="tx1">
                <a:alpha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E8080DA-6140-4728-0A77-A4B9F832D372}"/>
              </a:ext>
            </a:extLst>
          </p:cNvPr>
          <p:cNvCxnSpPr>
            <a:cxnSpLocks/>
          </p:cNvCxnSpPr>
          <p:nvPr/>
        </p:nvCxnSpPr>
        <p:spPr>
          <a:xfrm>
            <a:off x="680914" y="1078612"/>
            <a:ext cx="0" cy="49353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EA2B20D-3EE4-8061-B69F-1B7854288FA4}"/>
              </a:ext>
            </a:extLst>
          </p:cNvPr>
          <p:cNvCxnSpPr>
            <a:cxnSpLocks/>
          </p:cNvCxnSpPr>
          <p:nvPr/>
        </p:nvCxnSpPr>
        <p:spPr>
          <a:xfrm flipH="1">
            <a:off x="675436" y="6008517"/>
            <a:ext cx="511096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2D024A6-9BC4-512C-233E-404C6AC7B3CC}"/>
              </a:ext>
            </a:extLst>
          </p:cNvPr>
          <p:cNvCxnSpPr>
            <a:cxnSpLocks/>
          </p:cNvCxnSpPr>
          <p:nvPr/>
        </p:nvCxnSpPr>
        <p:spPr>
          <a:xfrm flipV="1">
            <a:off x="670452" y="2912715"/>
            <a:ext cx="4806484" cy="2984285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0C2AE5E-7353-5837-251E-743BBF017CB3}"/>
              </a:ext>
            </a:extLst>
          </p:cNvPr>
          <p:cNvCxnSpPr>
            <a:cxnSpLocks/>
          </p:cNvCxnSpPr>
          <p:nvPr/>
        </p:nvCxnSpPr>
        <p:spPr>
          <a:xfrm>
            <a:off x="683519" y="2513162"/>
            <a:ext cx="4722841" cy="33811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DDDE796D-8C7F-F679-FA59-B249414A8ACF}"/>
              </a:ext>
            </a:extLst>
          </p:cNvPr>
          <p:cNvSpPr txBox="1"/>
          <p:nvPr/>
        </p:nvSpPr>
        <p:spPr>
          <a:xfrm>
            <a:off x="457885" y="795989"/>
            <a:ext cx="3091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D3FF359-371B-8A32-E960-38F8D622EA32}"/>
              </a:ext>
            </a:extLst>
          </p:cNvPr>
          <p:cNvSpPr txBox="1"/>
          <p:nvPr/>
        </p:nvSpPr>
        <p:spPr>
          <a:xfrm>
            <a:off x="5773566" y="5823851"/>
            <a:ext cx="361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CF618C6-FD21-0C19-137E-25F63DF62061}"/>
              </a:ext>
            </a:extLst>
          </p:cNvPr>
          <p:cNvSpPr txBox="1"/>
          <p:nvPr/>
        </p:nvSpPr>
        <p:spPr>
          <a:xfrm>
            <a:off x="5201622" y="2635716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48C4884D-F333-440D-BBB2-33A1831D5CFE}"/>
              </a:ext>
            </a:extLst>
          </p:cNvPr>
          <p:cNvSpPr txBox="1"/>
          <p:nvPr/>
        </p:nvSpPr>
        <p:spPr>
          <a:xfrm>
            <a:off x="5060901" y="5362186"/>
            <a:ext cx="421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4EA6BCE-9069-44D6-C29A-492615E39E75}"/>
              </a:ext>
            </a:extLst>
          </p:cNvPr>
          <p:cNvCxnSpPr>
            <a:cxnSpLocks/>
          </p:cNvCxnSpPr>
          <p:nvPr/>
        </p:nvCxnSpPr>
        <p:spPr>
          <a:xfrm>
            <a:off x="6648626" y="1073132"/>
            <a:ext cx="0" cy="49353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9F410828-50BE-CEE0-8D37-2062027B4606}"/>
              </a:ext>
            </a:extLst>
          </p:cNvPr>
          <p:cNvCxnSpPr>
            <a:cxnSpLocks/>
          </p:cNvCxnSpPr>
          <p:nvPr/>
        </p:nvCxnSpPr>
        <p:spPr>
          <a:xfrm flipH="1">
            <a:off x="6643148" y="6003037"/>
            <a:ext cx="511096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E34F67F8-3A38-AC75-2269-035BC512233D}"/>
              </a:ext>
            </a:extLst>
          </p:cNvPr>
          <p:cNvCxnSpPr>
            <a:cxnSpLocks/>
          </p:cNvCxnSpPr>
          <p:nvPr/>
        </p:nvCxnSpPr>
        <p:spPr>
          <a:xfrm flipV="1">
            <a:off x="6651231" y="1159841"/>
            <a:ext cx="4971427" cy="2704381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8B6A60C-8A34-E013-DFD1-1A18F03A16CB}"/>
              </a:ext>
            </a:extLst>
          </p:cNvPr>
          <p:cNvCxnSpPr>
            <a:cxnSpLocks/>
          </p:cNvCxnSpPr>
          <p:nvPr/>
        </p:nvCxnSpPr>
        <p:spPr>
          <a:xfrm>
            <a:off x="6651231" y="1152383"/>
            <a:ext cx="4971427" cy="317807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8F931F86-0C36-A068-2AEC-F923FC80323E}"/>
              </a:ext>
            </a:extLst>
          </p:cNvPr>
          <p:cNvSpPr txBox="1"/>
          <p:nvPr/>
        </p:nvSpPr>
        <p:spPr>
          <a:xfrm>
            <a:off x="6425597" y="790509"/>
            <a:ext cx="3091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99CD087-000A-1FE4-C96B-87C1CE24BDF2}"/>
              </a:ext>
            </a:extLst>
          </p:cNvPr>
          <p:cNvSpPr txBox="1"/>
          <p:nvPr/>
        </p:nvSpPr>
        <p:spPr>
          <a:xfrm>
            <a:off x="11741278" y="5818371"/>
            <a:ext cx="361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79E2965-4997-59DD-7D51-C406A7259EB6}"/>
              </a:ext>
            </a:extLst>
          </p:cNvPr>
          <p:cNvSpPr txBox="1"/>
          <p:nvPr/>
        </p:nvSpPr>
        <p:spPr>
          <a:xfrm>
            <a:off x="11247115" y="928092"/>
            <a:ext cx="3145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EBEF9ED-F7FD-0311-5937-E2215BBE4A99}"/>
              </a:ext>
            </a:extLst>
          </p:cNvPr>
          <p:cNvSpPr txBox="1"/>
          <p:nvPr/>
        </p:nvSpPr>
        <p:spPr>
          <a:xfrm>
            <a:off x="11287916" y="3771889"/>
            <a:ext cx="421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EBD9154A-990F-F984-B5C7-5FDD69EB24D3}"/>
                  </a:ext>
                </a:extLst>
              </p:cNvPr>
              <p:cNvSpPr txBox="1"/>
              <p:nvPr/>
            </p:nvSpPr>
            <p:spPr>
              <a:xfrm>
                <a:off x="262684" y="4115045"/>
                <a:ext cx="504386" cy="3781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EBD9154A-990F-F984-B5C7-5FDD69EB24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684" y="4115045"/>
                <a:ext cx="504386" cy="37811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4BF23188-C43E-A8B7-8DDC-1656100BDA14}"/>
              </a:ext>
            </a:extLst>
          </p:cNvPr>
          <p:cNvCxnSpPr>
            <a:cxnSpLocks/>
          </p:cNvCxnSpPr>
          <p:nvPr/>
        </p:nvCxnSpPr>
        <p:spPr>
          <a:xfrm>
            <a:off x="6643148" y="2611690"/>
            <a:ext cx="2326350" cy="3328"/>
          </a:xfrm>
          <a:prstGeom prst="line">
            <a:avLst/>
          </a:prstGeom>
          <a:ln>
            <a:solidFill>
              <a:schemeClr val="tx1">
                <a:alpha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36EDF7A4-35FA-F6FB-56EB-E1E5CA1C776D}"/>
                  </a:ext>
                </a:extLst>
              </p:cNvPr>
              <p:cNvSpPr txBox="1"/>
              <p:nvPr/>
            </p:nvSpPr>
            <p:spPr>
              <a:xfrm>
                <a:off x="6230396" y="2423690"/>
                <a:ext cx="504386" cy="376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36EDF7A4-35FA-F6FB-56EB-E1E5CA1C77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0396" y="2423690"/>
                <a:ext cx="504386" cy="376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92AD83B6-A635-5739-7413-F487F2307A96}"/>
                  </a:ext>
                </a:extLst>
              </p:cNvPr>
              <p:cNvSpPr txBox="1"/>
              <p:nvPr/>
            </p:nvSpPr>
            <p:spPr>
              <a:xfrm>
                <a:off x="2983165" y="6026297"/>
                <a:ext cx="438039" cy="2857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92AD83B6-A635-5739-7413-F487F2307A9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3165" y="6026297"/>
                <a:ext cx="438039" cy="285784"/>
              </a:xfrm>
              <a:prstGeom prst="rect">
                <a:avLst/>
              </a:prstGeom>
              <a:blipFill>
                <a:blip r:embed="rId4"/>
                <a:stretch>
                  <a:fillRect l="-6944" t="-2174" b="-30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3A7A9F92-B377-75AD-8699-3C5D72D5700D}"/>
                  </a:ext>
                </a:extLst>
              </p:cNvPr>
              <p:cNvSpPr txBox="1"/>
              <p:nvPr/>
            </p:nvSpPr>
            <p:spPr>
              <a:xfrm>
                <a:off x="8750479" y="6026297"/>
                <a:ext cx="438039" cy="28366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3A7A9F92-B377-75AD-8699-3C5D72D570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0479" y="6026297"/>
                <a:ext cx="438039" cy="283667"/>
              </a:xfrm>
              <a:prstGeom prst="rect">
                <a:avLst/>
              </a:prstGeom>
              <a:blipFill>
                <a:blip r:embed="rId5"/>
                <a:stretch>
                  <a:fillRect l="-11111" b="-30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287B7EA-CDFA-1914-67FC-73B4FD12BE3C}"/>
                  </a:ext>
                </a:extLst>
              </p:cNvPr>
              <p:cNvSpPr txBox="1"/>
              <p:nvPr/>
            </p:nvSpPr>
            <p:spPr>
              <a:xfrm>
                <a:off x="30810" y="3487516"/>
                <a:ext cx="504386" cy="3767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𝑅𝑜𝑊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287B7EA-CDFA-1914-67FC-73B4FD12BE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10" y="3487516"/>
                <a:ext cx="504386" cy="376706"/>
              </a:xfrm>
              <a:prstGeom prst="rect">
                <a:avLst/>
              </a:prstGeom>
              <a:blipFill>
                <a:blip r:embed="rId6"/>
                <a:stretch>
                  <a:fillRect r="-313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B517AC8-0921-3A81-5B62-221852EEDC1B}"/>
                  </a:ext>
                </a:extLst>
              </p:cNvPr>
              <p:cNvSpPr txBox="1"/>
              <p:nvPr/>
            </p:nvSpPr>
            <p:spPr>
              <a:xfrm>
                <a:off x="5990183" y="2859418"/>
                <a:ext cx="504386" cy="3760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𝑅𝑜𝑊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CB517AC8-0921-3A81-5B62-221852EEDC1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0183" y="2859418"/>
                <a:ext cx="504386" cy="376065"/>
              </a:xfrm>
              <a:prstGeom prst="rect">
                <a:avLst/>
              </a:prstGeom>
              <a:blipFill>
                <a:blip r:embed="rId7"/>
                <a:stretch>
                  <a:fillRect r="-329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27D5E7C5-7AA4-26AB-F47C-73ADD9E8AFB4}"/>
                  </a:ext>
                </a:extLst>
              </p:cNvPr>
              <p:cNvSpPr txBox="1"/>
              <p:nvPr/>
            </p:nvSpPr>
            <p:spPr>
              <a:xfrm>
                <a:off x="3999887" y="6036511"/>
                <a:ext cx="438039" cy="28777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27D5E7C5-7AA4-26AB-F47C-73ADD9E8AF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9887" y="6036511"/>
                <a:ext cx="438039" cy="287771"/>
              </a:xfrm>
              <a:prstGeom prst="rect">
                <a:avLst/>
              </a:prstGeom>
              <a:blipFill>
                <a:blip r:embed="rId8"/>
                <a:stretch>
                  <a:fillRect l="-4167" b="-29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A5EA68F-E7E0-187E-2E46-62A3C8B4C9C5}"/>
                  </a:ext>
                </a:extLst>
              </p:cNvPr>
              <p:cNvSpPr txBox="1"/>
              <p:nvPr/>
            </p:nvSpPr>
            <p:spPr>
              <a:xfrm>
                <a:off x="2096326" y="6026297"/>
                <a:ext cx="438039" cy="28437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CA5EA68F-E7E0-187E-2E46-62A3C8B4C9C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6326" y="6026297"/>
                <a:ext cx="438039" cy="284373"/>
              </a:xfrm>
              <a:prstGeom prst="rect">
                <a:avLst/>
              </a:prstGeom>
              <a:blipFill>
                <a:blip r:embed="rId9"/>
                <a:stretch>
                  <a:fillRect l="-6944" t="-2174" b="-30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85A38E42-B123-092D-990B-BF53F0CB42C2}"/>
                  </a:ext>
                </a:extLst>
              </p:cNvPr>
              <p:cNvSpPr txBox="1"/>
              <p:nvPr/>
            </p:nvSpPr>
            <p:spPr>
              <a:xfrm>
                <a:off x="9398627" y="6040082"/>
                <a:ext cx="438039" cy="28225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85A38E42-B123-092D-990B-BF53F0CB42C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8627" y="6040082"/>
                <a:ext cx="438039" cy="282257"/>
              </a:xfrm>
              <a:prstGeom prst="rect">
                <a:avLst/>
              </a:prstGeom>
              <a:blipFill>
                <a:blip r:embed="rId10"/>
                <a:stretch>
                  <a:fillRect l="-11111" b="-30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5983AEAB-31D2-11BA-8B16-B459B851D692}"/>
                  </a:ext>
                </a:extLst>
              </p:cNvPr>
              <p:cNvSpPr txBox="1"/>
              <p:nvPr/>
            </p:nvSpPr>
            <p:spPr>
              <a:xfrm>
                <a:off x="7949804" y="6045869"/>
                <a:ext cx="438039" cy="28565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5983AEAB-31D2-11BA-8B16-B459B851D6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9804" y="6045869"/>
                <a:ext cx="438039" cy="285656"/>
              </a:xfrm>
              <a:prstGeom prst="rect">
                <a:avLst/>
              </a:prstGeom>
              <a:blipFill>
                <a:blip r:embed="rId11"/>
                <a:stretch>
                  <a:fillRect l="-11111" b="-27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Left Brace 7">
            <a:extLst>
              <a:ext uri="{FF2B5EF4-FFF2-40B4-BE49-F238E27FC236}">
                <a16:creationId xmlns:a16="http://schemas.microsoft.com/office/drawing/2014/main" id="{F8263A5B-B7A7-58D1-9660-92BB83EFEC94}"/>
              </a:ext>
            </a:extLst>
          </p:cNvPr>
          <p:cNvSpPr/>
          <p:nvPr/>
        </p:nvSpPr>
        <p:spPr>
          <a:xfrm rot="16200000">
            <a:off x="3148196" y="5508861"/>
            <a:ext cx="284376" cy="1926376"/>
          </a:xfrm>
          <a:prstGeom prst="leftBrace">
            <a:avLst>
              <a:gd name="adj1" fmla="val 8333"/>
              <a:gd name="adj2" fmla="val 50341"/>
            </a:avLst>
          </a:prstGeom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D32149-4F01-3168-CE64-C0E4053088B4}"/>
              </a:ext>
            </a:extLst>
          </p:cNvPr>
          <p:cNvSpPr txBox="1"/>
          <p:nvPr/>
        </p:nvSpPr>
        <p:spPr>
          <a:xfrm>
            <a:off x="2837227" y="6516880"/>
            <a:ext cx="9389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Exports</a:t>
            </a:r>
          </a:p>
        </p:txBody>
      </p:sp>
      <p:sp>
        <p:nvSpPr>
          <p:cNvPr id="12" name="Left Brace 11">
            <a:extLst>
              <a:ext uri="{FF2B5EF4-FFF2-40B4-BE49-F238E27FC236}">
                <a16:creationId xmlns:a16="http://schemas.microsoft.com/office/drawing/2014/main" id="{80659E94-70DB-76DA-27D6-0F5EFF3AD2B7}"/>
              </a:ext>
            </a:extLst>
          </p:cNvPr>
          <p:cNvSpPr/>
          <p:nvPr/>
        </p:nvSpPr>
        <p:spPr>
          <a:xfrm rot="16200000">
            <a:off x="8751047" y="5764784"/>
            <a:ext cx="284376" cy="1448824"/>
          </a:xfrm>
          <a:prstGeom prst="leftBrace">
            <a:avLst>
              <a:gd name="adj1" fmla="val 8333"/>
              <a:gd name="adj2" fmla="val 50555"/>
            </a:avLst>
          </a:prstGeom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328979F-4A32-C853-597A-5D09B60F7368}"/>
              </a:ext>
            </a:extLst>
          </p:cNvPr>
          <p:cNvSpPr txBox="1"/>
          <p:nvPr/>
        </p:nvSpPr>
        <p:spPr>
          <a:xfrm>
            <a:off x="8433414" y="6516880"/>
            <a:ext cx="966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Imports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AFE23061-85CE-19B0-F720-2272E39F65BA}"/>
              </a:ext>
            </a:extLst>
          </p:cNvPr>
          <p:cNvSpPr txBox="1"/>
          <p:nvPr/>
        </p:nvSpPr>
        <p:spPr>
          <a:xfrm>
            <a:off x="2448955" y="426657"/>
            <a:ext cx="1506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English Cloth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B46D9BC2-44AC-7814-944F-67EA792DF947}"/>
              </a:ext>
            </a:extLst>
          </p:cNvPr>
          <p:cNvSpPr txBox="1"/>
          <p:nvPr/>
        </p:nvSpPr>
        <p:spPr>
          <a:xfrm>
            <a:off x="8208894" y="426657"/>
            <a:ext cx="1506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English Wine</a:t>
            </a:r>
          </a:p>
        </p:txBody>
      </p:sp>
    </p:spTree>
    <p:extLst>
      <p:ext uri="{BB962C8B-B14F-4D97-AF65-F5344CB8AC3E}">
        <p14:creationId xmlns:p14="http://schemas.microsoft.com/office/powerpoint/2010/main" val="290255224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81AA33-043F-B9D9-F0C0-6B839BF4B8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Isosceles Triangle 36">
            <a:extLst>
              <a:ext uri="{FF2B5EF4-FFF2-40B4-BE49-F238E27FC236}">
                <a16:creationId xmlns:a16="http://schemas.microsoft.com/office/drawing/2014/main" id="{56B5D904-58D2-E0FE-6892-1FBD50D00444}"/>
              </a:ext>
            </a:extLst>
          </p:cNvPr>
          <p:cNvSpPr/>
          <p:nvPr/>
        </p:nvSpPr>
        <p:spPr>
          <a:xfrm>
            <a:off x="6659495" y="1165321"/>
            <a:ext cx="2931841" cy="1883231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ight Triangle 30">
            <a:extLst>
              <a:ext uri="{FF2B5EF4-FFF2-40B4-BE49-F238E27FC236}">
                <a16:creationId xmlns:a16="http://schemas.microsoft.com/office/drawing/2014/main" id="{732BA193-2011-3F8D-737A-CA05DF2E4E8A}"/>
              </a:ext>
            </a:extLst>
          </p:cNvPr>
          <p:cNvSpPr/>
          <p:nvPr/>
        </p:nvSpPr>
        <p:spPr>
          <a:xfrm flipV="1">
            <a:off x="6653867" y="3047450"/>
            <a:ext cx="1495223" cy="816772"/>
          </a:xfrm>
          <a:prstGeom prst="rtTriangl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6256751F-F122-F56B-00CC-D1ABFF7DF4E0}"/>
              </a:ext>
            </a:extLst>
          </p:cNvPr>
          <p:cNvSpPr/>
          <p:nvPr/>
        </p:nvSpPr>
        <p:spPr>
          <a:xfrm>
            <a:off x="698782" y="2517112"/>
            <a:ext cx="1633951" cy="1178739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2A287C42-B8FB-D6CB-8961-61FF2CCDCDF8}"/>
              </a:ext>
            </a:extLst>
          </p:cNvPr>
          <p:cNvSpPr/>
          <p:nvPr/>
        </p:nvSpPr>
        <p:spPr>
          <a:xfrm flipV="1">
            <a:off x="699218" y="3690455"/>
            <a:ext cx="3515156" cy="2212024"/>
          </a:xfrm>
          <a:prstGeom prst="rtTriangl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6DBACEA-5374-1AB1-E4F8-91DC909EB740}"/>
              </a:ext>
            </a:extLst>
          </p:cNvPr>
          <p:cNvCxnSpPr>
            <a:cxnSpLocks/>
          </p:cNvCxnSpPr>
          <p:nvPr/>
        </p:nvCxnSpPr>
        <p:spPr>
          <a:xfrm>
            <a:off x="2319578" y="3681485"/>
            <a:ext cx="0" cy="2321552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30F5F9FC-FA3A-E6C2-55E9-968B4E5C4C36}"/>
              </a:ext>
            </a:extLst>
          </p:cNvPr>
          <p:cNvCxnSpPr>
            <a:cxnSpLocks/>
          </p:cNvCxnSpPr>
          <p:nvPr/>
        </p:nvCxnSpPr>
        <p:spPr>
          <a:xfrm>
            <a:off x="4253570" y="3681485"/>
            <a:ext cx="0" cy="2321552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91F0C082-82BB-5CE0-AF19-3FE9E501CA47}"/>
              </a:ext>
            </a:extLst>
          </p:cNvPr>
          <p:cNvCxnSpPr>
            <a:cxnSpLocks/>
          </p:cNvCxnSpPr>
          <p:nvPr/>
        </p:nvCxnSpPr>
        <p:spPr>
          <a:xfrm>
            <a:off x="698692" y="3681485"/>
            <a:ext cx="3581190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952FC0BA-B70C-EB3E-C0DD-94758C588466}"/>
              </a:ext>
            </a:extLst>
          </p:cNvPr>
          <p:cNvCxnSpPr>
            <a:cxnSpLocks/>
          </p:cNvCxnSpPr>
          <p:nvPr/>
        </p:nvCxnSpPr>
        <p:spPr>
          <a:xfrm>
            <a:off x="8954748" y="2611690"/>
            <a:ext cx="14751" cy="3402304"/>
          </a:xfrm>
          <a:prstGeom prst="line">
            <a:avLst/>
          </a:prstGeom>
          <a:ln>
            <a:solidFill>
              <a:schemeClr val="tx1">
                <a:alpha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0E3FD3A-BABE-787F-2930-95A949A27564}"/>
              </a:ext>
            </a:extLst>
          </p:cNvPr>
          <p:cNvCxnSpPr>
            <a:cxnSpLocks/>
          </p:cNvCxnSpPr>
          <p:nvPr/>
        </p:nvCxnSpPr>
        <p:spPr>
          <a:xfrm>
            <a:off x="8168824" y="3040634"/>
            <a:ext cx="0" cy="2962403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CCCE356-DFF0-5602-3796-17039D63E52A}"/>
              </a:ext>
            </a:extLst>
          </p:cNvPr>
          <p:cNvCxnSpPr>
            <a:cxnSpLocks/>
          </p:cNvCxnSpPr>
          <p:nvPr/>
        </p:nvCxnSpPr>
        <p:spPr>
          <a:xfrm>
            <a:off x="6651231" y="3047451"/>
            <a:ext cx="2986150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FEEDAC1A-478A-81BB-B278-D8B9745C56E2}"/>
              </a:ext>
            </a:extLst>
          </p:cNvPr>
          <p:cNvCxnSpPr>
            <a:cxnSpLocks/>
          </p:cNvCxnSpPr>
          <p:nvPr/>
        </p:nvCxnSpPr>
        <p:spPr>
          <a:xfrm>
            <a:off x="9617647" y="3050738"/>
            <a:ext cx="0" cy="2962403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1720FFAF-65B5-8483-4DE8-10F32B0B0402}"/>
              </a:ext>
            </a:extLst>
          </p:cNvPr>
          <p:cNvCxnSpPr>
            <a:cxnSpLocks/>
          </p:cNvCxnSpPr>
          <p:nvPr/>
        </p:nvCxnSpPr>
        <p:spPr>
          <a:xfrm>
            <a:off x="698692" y="4304104"/>
            <a:ext cx="2532228" cy="15744"/>
          </a:xfrm>
          <a:prstGeom prst="line">
            <a:avLst/>
          </a:prstGeom>
          <a:ln>
            <a:solidFill>
              <a:schemeClr val="tx1">
                <a:alpha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C0EC594A-B6B7-8E4F-48DB-3CCC70F59E80}"/>
              </a:ext>
            </a:extLst>
          </p:cNvPr>
          <p:cNvCxnSpPr>
            <a:cxnSpLocks/>
          </p:cNvCxnSpPr>
          <p:nvPr/>
        </p:nvCxnSpPr>
        <p:spPr>
          <a:xfrm>
            <a:off x="3202185" y="4330460"/>
            <a:ext cx="0" cy="1672577"/>
          </a:xfrm>
          <a:prstGeom prst="line">
            <a:avLst/>
          </a:prstGeom>
          <a:ln>
            <a:solidFill>
              <a:schemeClr val="tx1">
                <a:alpha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B0D2D0F-FA91-7B0D-C061-66C936C3D054}"/>
              </a:ext>
            </a:extLst>
          </p:cNvPr>
          <p:cNvCxnSpPr>
            <a:cxnSpLocks/>
          </p:cNvCxnSpPr>
          <p:nvPr/>
        </p:nvCxnSpPr>
        <p:spPr>
          <a:xfrm>
            <a:off x="680914" y="1078612"/>
            <a:ext cx="0" cy="49353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61D6857-BC34-DCB0-79E9-98B6E45B86B0}"/>
              </a:ext>
            </a:extLst>
          </p:cNvPr>
          <p:cNvCxnSpPr>
            <a:cxnSpLocks/>
          </p:cNvCxnSpPr>
          <p:nvPr/>
        </p:nvCxnSpPr>
        <p:spPr>
          <a:xfrm flipH="1">
            <a:off x="675436" y="6008517"/>
            <a:ext cx="511096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1F2BA16-4874-60ED-187C-120463A8E25E}"/>
              </a:ext>
            </a:extLst>
          </p:cNvPr>
          <p:cNvCxnSpPr>
            <a:cxnSpLocks/>
          </p:cNvCxnSpPr>
          <p:nvPr/>
        </p:nvCxnSpPr>
        <p:spPr>
          <a:xfrm flipV="1">
            <a:off x="670452" y="2912715"/>
            <a:ext cx="4806484" cy="2984285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D3624BD-5B7F-5B19-1A29-C50071F06EB9}"/>
              </a:ext>
            </a:extLst>
          </p:cNvPr>
          <p:cNvCxnSpPr>
            <a:cxnSpLocks/>
          </p:cNvCxnSpPr>
          <p:nvPr/>
        </p:nvCxnSpPr>
        <p:spPr>
          <a:xfrm>
            <a:off x="683519" y="2513162"/>
            <a:ext cx="4722841" cy="33811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F1B51F8D-E065-6503-8C1E-9100F8DB6FC3}"/>
              </a:ext>
            </a:extLst>
          </p:cNvPr>
          <p:cNvSpPr txBox="1"/>
          <p:nvPr/>
        </p:nvSpPr>
        <p:spPr>
          <a:xfrm>
            <a:off x="457885" y="795989"/>
            <a:ext cx="3091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8169F290-19D5-DA57-16B5-C6F73B5F406C}"/>
              </a:ext>
            </a:extLst>
          </p:cNvPr>
          <p:cNvSpPr txBox="1"/>
          <p:nvPr/>
        </p:nvSpPr>
        <p:spPr>
          <a:xfrm>
            <a:off x="5773566" y="5823851"/>
            <a:ext cx="361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9B306B9-671F-1D31-633F-1BB84C134AB7}"/>
              </a:ext>
            </a:extLst>
          </p:cNvPr>
          <p:cNvSpPr txBox="1"/>
          <p:nvPr/>
        </p:nvSpPr>
        <p:spPr>
          <a:xfrm>
            <a:off x="2448955" y="426657"/>
            <a:ext cx="1506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English Cloth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ADA2B03-84F8-7AD2-A28F-C511D78CECFF}"/>
              </a:ext>
            </a:extLst>
          </p:cNvPr>
          <p:cNvSpPr txBox="1"/>
          <p:nvPr/>
        </p:nvSpPr>
        <p:spPr>
          <a:xfrm>
            <a:off x="5201622" y="2635716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983014E-C9BE-5768-BF2A-D8D6507A8BA2}"/>
              </a:ext>
            </a:extLst>
          </p:cNvPr>
          <p:cNvSpPr txBox="1"/>
          <p:nvPr/>
        </p:nvSpPr>
        <p:spPr>
          <a:xfrm>
            <a:off x="5060901" y="5362186"/>
            <a:ext cx="421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7444BA8-5CA2-9282-E6B9-24BA29882523}"/>
              </a:ext>
            </a:extLst>
          </p:cNvPr>
          <p:cNvCxnSpPr>
            <a:cxnSpLocks/>
          </p:cNvCxnSpPr>
          <p:nvPr/>
        </p:nvCxnSpPr>
        <p:spPr>
          <a:xfrm>
            <a:off x="6648626" y="1073132"/>
            <a:ext cx="0" cy="49353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B67E1FCE-3EC2-7200-1A7D-E7EAB8D84C05}"/>
              </a:ext>
            </a:extLst>
          </p:cNvPr>
          <p:cNvCxnSpPr>
            <a:cxnSpLocks/>
          </p:cNvCxnSpPr>
          <p:nvPr/>
        </p:nvCxnSpPr>
        <p:spPr>
          <a:xfrm flipH="1">
            <a:off x="6643148" y="6003037"/>
            <a:ext cx="511096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476F90E-CCCE-25D8-749E-973751701E0F}"/>
              </a:ext>
            </a:extLst>
          </p:cNvPr>
          <p:cNvCxnSpPr>
            <a:cxnSpLocks/>
          </p:cNvCxnSpPr>
          <p:nvPr/>
        </p:nvCxnSpPr>
        <p:spPr>
          <a:xfrm flipV="1">
            <a:off x="6651231" y="1159841"/>
            <a:ext cx="4971427" cy="2704381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37AE8E52-38D6-433F-312A-B78EF94F1E9A}"/>
              </a:ext>
            </a:extLst>
          </p:cNvPr>
          <p:cNvCxnSpPr>
            <a:cxnSpLocks/>
          </p:cNvCxnSpPr>
          <p:nvPr/>
        </p:nvCxnSpPr>
        <p:spPr>
          <a:xfrm>
            <a:off x="6651231" y="1152383"/>
            <a:ext cx="4971427" cy="317807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0A056504-12AC-2141-A886-8151C56AFE99}"/>
              </a:ext>
            </a:extLst>
          </p:cNvPr>
          <p:cNvSpPr txBox="1"/>
          <p:nvPr/>
        </p:nvSpPr>
        <p:spPr>
          <a:xfrm>
            <a:off x="6425597" y="790509"/>
            <a:ext cx="3091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BAA498C-A50A-4A17-9C2C-97A036D0BFB6}"/>
              </a:ext>
            </a:extLst>
          </p:cNvPr>
          <p:cNvSpPr txBox="1"/>
          <p:nvPr/>
        </p:nvSpPr>
        <p:spPr>
          <a:xfrm>
            <a:off x="11741278" y="5818371"/>
            <a:ext cx="361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FDC6F72-DBF9-7923-5134-66095C42D532}"/>
              </a:ext>
            </a:extLst>
          </p:cNvPr>
          <p:cNvSpPr txBox="1"/>
          <p:nvPr/>
        </p:nvSpPr>
        <p:spPr>
          <a:xfrm>
            <a:off x="8208894" y="426657"/>
            <a:ext cx="1506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English Wine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372218B-F629-3BC4-E3AF-93315C7B6AAB}"/>
              </a:ext>
            </a:extLst>
          </p:cNvPr>
          <p:cNvSpPr txBox="1"/>
          <p:nvPr/>
        </p:nvSpPr>
        <p:spPr>
          <a:xfrm>
            <a:off x="11247115" y="928092"/>
            <a:ext cx="3145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C87F191C-47A0-1E76-DC7A-DD568EA10BA4}"/>
              </a:ext>
            </a:extLst>
          </p:cNvPr>
          <p:cNvSpPr txBox="1"/>
          <p:nvPr/>
        </p:nvSpPr>
        <p:spPr>
          <a:xfrm>
            <a:off x="11287916" y="3771889"/>
            <a:ext cx="421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DF6F2300-AA41-C598-3471-44B121A30C77}"/>
                  </a:ext>
                </a:extLst>
              </p:cNvPr>
              <p:cNvSpPr txBox="1"/>
              <p:nvPr/>
            </p:nvSpPr>
            <p:spPr>
              <a:xfrm>
                <a:off x="262684" y="4115045"/>
                <a:ext cx="504386" cy="3781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DF6F2300-AA41-C598-3471-44B121A30C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684" y="4115045"/>
                <a:ext cx="504386" cy="37811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867384AB-82D9-0C01-183F-867A0F16AE41}"/>
              </a:ext>
            </a:extLst>
          </p:cNvPr>
          <p:cNvCxnSpPr>
            <a:cxnSpLocks/>
          </p:cNvCxnSpPr>
          <p:nvPr/>
        </p:nvCxnSpPr>
        <p:spPr>
          <a:xfrm>
            <a:off x="6643148" y="2611690"/>
            <a:ext cx="2326350" cy="3328"/>
          </a:xfrm>
          <a:prstGeom prst="line">
            <a:avLst/>
          </a:prstGeom>
          <a:ln>
            <a:solidFill>
              <a:schemeClr val="tx1">
                <a:alpha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8AF68C78-430B-46A3-B506-1C3CBA08AAC0}"/>
                  </a:ext>
                </a:extLst>
              </p:cNvPr>
              <p:cNvSpPr txBox="1"/>
              <p:nvPr/>
            </p:nvSpPr>
            <p:spPr>
              <a:xfrm>
                <a:off x="6230396" y="2423690"/>
                <a:ext cx="504386" cy="376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8AF68C78-430B-46A3-B506-1C3CBA08AA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0396" y="2423690"/>
                <a:ext cx="504386" cy="376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1F9D2F1E-CBA9-FB55-EA30-56BC191E7129}"/>
                  </a:ext>
                </a:extLst>
              </p:cNvPr>
              <p:cNvSpPr txBox="1"/>
              <p:nvPr/>
            </p:nvSpPr>
            <p:spPr>
              <a:xfrm>
                <a:off x="2983165" y="6026297"/>
                <a:ext cx="438039" cy="2857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1F9D2F1E-CBA9-FB55-EA30-56BC191E712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3165" y="6026297"/>
                <a:ext cx="438039" cy="285784"/>
              </a:xfrm>
              <a:prstGeom prst="rect">
                <a:avLst/>
              </a:prstGeom>
              <a:blipFill>
                <a:blip r:embed="rId4"/>
                <a:stretch>
                  <a:fillRect l="-6944" t="-2174" b="-30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17466F66-14CC-6F37-DFC4-E781C9446290}"/>
                  </a:ext>
                </a:extLst>
              </p:cNvPr>
              <p:cNvSpPr txBox="1"/>
              <p:nvPr/>
            </p:nvSpPr>
            <p:spPr>
              <a:xfrm>
                <a:off x="8750479" y="6026297"/>
                <a:ext cx="438039" cy="28366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17466F66-14CC-6F37-DFC4-E781C94462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0479" y="6026297"/>
                <a:ext cx="438039" cy="283667"/>
              </a:xfrm>
              <a:prstGeom prst="rect">
                <a:avLst/>
              </a:prstGeom>
              <a:blipFill>
                <a:blip r:embed="rId5"/>
                <a:stretch>
                  <a:fillRect l="-11111" b="-30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34A354E-C851-101B-F15A-E93140FC8D73}"/>
                  </a:ext>
                </a:extLst>
              </p:cNvPr>
              <p:cNvSpPr txBox="1"/>
              <p:nvPr/>
            </p:nvSpPr>
            <p:spPr>
              <a:xfrm>
                <a:off x="30810" y="3487516"/>
                <a:ext cx="504386" cy="3767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𝑅𝑜𝑊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034A354E-C851-101B-F15A-E93140FC8D7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10" y="3487516"/>
                <a:ext cx="504386" cy="376706"/>
              </a:xfrm>
              <a:prstGeom prst="rect">
                <a:avLst/>
              </a:prstGeom>
              <a:blipFill>
                <a:blip r:embed="rId6"/>
                <a:stretch>
                  <a:fillRect r="-313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1E46981-8F17-48B9-99DA-7EF3ED784A9E}"/>
                  </a:ext>
                </a:extLst>
              </p:cNvPr>
              <p:cNvSpPr txBox="1"/>
              <p:nvPr/>
            </p:nvSpPr>
            <p:spPr>
              <a:xfrm>
                <a:off x="5990183" y="2859418"/>
                <a:ext cx="504386" cy="3760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𝑅𝑜𝑊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1E46981-8F17-48B9-99DA-7EF3ED784A9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0183" y="2859418"/>
                <a:ext cx="504386" cy="376065"/>
              </a:xfrm>
              <a:prstGeom prst="rect">
                <a:avLst/>
              </a:prstGeom>
              <a:blipFill>
                <a:blip r:embed="rId7"/>
                <a:stretch>
                  <a:fillRect r="-329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99E8C77-E657-02C1-5C71-4355DBE1C1F3}"/>
                  </a:ext>
                </a:extLst>
              </p:cNvPr>
              <p:cNvSpPr txBox="1"/>
              <p:nvPr/>
            </p:nvSpPr>
            <p:spPr>
              <a:xfrm>
                <a:off x="3999887" y="6036511"/>
                <a:ext cx="438039" cy="28777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399E8C77-E657-02C1-5C71-4355DBE1C1F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9887" y="6036511"/>
                <a:ext cx="438039" cy="287771"/>
              </a:xfrm>
              <a:prstGeom prst="rect">
                <a:avLst/>
              </a:prstGeom>
              <a:blipFill>
                <a:blip r:embed="rId8"/>
                <a:stretch>
                  <a:fillRect l="-4167" b="-29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E42EBAB-E3A5-EEF3-0335-19FF29B6225F}"/>
                  </a:ext>
                </a:extLst>
              </p:cNvPr>
              <p:cNvSpPr txBox="1"/>
              <p:nvPr/>
            </p:nvSpPr>
            <p:spPr>
              <a:xfrm>
                <a:off x="2096326" y="6026297"/>
                <a:ext cx="438039" cy="28437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BE42EBAB-E3A5-EEF3-0335-19FF29B622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6326" y="6026297"/>
                <a:ext cx="438039" cy="284373"/>
              </a:xfrm>
              <a:prstGeom prst="rect">
                <a:avLst/>
              </a:prstGeom>
              <a:blipFill>
                <a:blip r:embed="rId9"/>
                <a:stretch>
                  <a:fillRect l="-6944" t="-2174" b="-30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51882F48-9F4D-19E4-537A-1DFF7ED9196F}"/>
                  </a:ext>
                </a:extLst>
              </p:cNvPr>
              <p:cNvSpPr txBox="1"/>
              <p:nvPr/>
            </p:nvSpPr>
            <p:spPr>
              <a:xfrm>
                <a:off x="9398627" y="6040082"/>
                <a:ext cx="438039" cy="28225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51882F48-9F4D-19E4-537A-1DFF7ED919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8627" y="6040082"/>
                <a:ext cx="438039" cy="282257"/>
              </a:xfrm>
              <a:prstGeom prst="rect">
                <a:avLst/>
              </a:prstGeom>
              <a:blipFill>
                <a:blip r:embed="rId10"/>
                <a:stretch>
                  <a:fillRect l="-11111" b="-30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ED489817-141C-37B5-82EC-04171D49666D}"/>
                  </a:ext>
                </a:extLst>
              </p:cNvPr>
              <p:cNvSpPr txBox="1"/>
              <p:nvPr/>
            </p:nvSpPr>
            <p:spPr>
              <a:xfrm>
                <a:off x="7949804" y="6045869"/>
                <a:ext cx="438039" cy="28565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ED489817-141C-37B5-82EC-04171D4966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9804" y="6045869"/>
                <a:ext cx="438039" cy="285656"/>
              </a:xfrm>
              <a:prstGeom prst="rect">
                <a:avLst/>
              </a:prstGeom>
              <a:blipFill>
                <a:blip r:embed="rId11"/>
                <a:stretch>
                  <a:fillRect l="-11111" b="-27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D7FB430-046B-715E-10D3-9EA47E8C4F90}"/>
                  </a:ext>
                </a:extLst>
              </p:cNvPr>
              <p:cNvSpPr txBox="1"/>
              <p:nvPr/>
            </p:nvSpPr>
            <p:spPr>
              <a:xfrm>
                <a:off x="762663" y="4745144"/>
                <a:ext cx="504386" cy="3767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𝐹𝑇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D7FB430-046B-715E-10D3-9EA47E8C4F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663" y="4745144"/>
                <a:ext cx="504386" cy="376706"/>
              </a:xfrm>
              <a:prstGeom prst="rect">
                <a:avLst/>
              </a:prstGeom>
              <a:blipFill>
                <a:blip r:embed="rId12"/>
                <a:stretch>
                  <a:fillRect r="-253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D3B2950-34AB-1CEF-9D17-8787AAE4EBC6}"/>
                  </a:ext>
                </a:extLst>
              </p:cNvPr>
              <p:cNvSpPr txBox="1"/>
              <p:nvPr/>
            </p:nvSpPr>
            <p:spPr>
              <a:xfrm>
                <a:off x="771958" y="3120835"/>
                <a:ext cx="504386" cy="3767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𝐹𝑇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0D3B2950-34AB-1CEF-9D17-8787AAE4EB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958" y="3120835"/>
                <a:ext cx="504386" cy="376706"/>
              </a:xfrm>
              <a:prstGeom prst="rect">
                <a:avLst/>
              </a:prstGeom>
              <a:blipFill>
                <a:blip r:embed="rId13"/>
                <a:stretch>
                  <a:fillRect r="-256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609582A0-1459-F3FD-3AF8-431848001F3D}"/>
                  </a:ext>
                </a:extLst>
              </p:cNvPr>
              <p:cNvSpPr txBox="1"/>
              <p:nvPr/>
            </p:nvSpPr>
            <p:spPr>
              <a:xfrm>
                <a:off x="6734782" y="1866047"/>
                <a:ext cx="504386" cy="3745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𝐹𝑇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609582A0-1459-F3FD-3AF8-431848001F3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4782" y="1866047"/>
                <a:ext cx="504386" cy="374590"/>
              </a:xfrm>
              <a:prstGeom prst="rect">
                <a:avLst/>
              </a:prstGeom>
              <a:blipFill>
                <a:blip r:embed="rId14"/>
                <a:stretch>
                  <a:fillRect r="-240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BCAA25F0-4722-51A0-D37D-F24112F4E4DD}"/>
                  </a:ext>
                </a:extLst>
              </p:cNvPr>
              <p:cNvSpPr txBox="1"/>
              <p:nvPr/>
            </p:nvSpPr>
            <p:spPr>
              <a:xfrm>
                <a:off x="6697545" y="3116663"/>
                <a:ext cx="504386" cy="3745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𝐹𝑇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BCAA25F0-4722-51A0-D37D-F24112F4E4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7545" y="3116663"/>
                <a:ext cx="504386" cy="374590"/>
              </a:xfrm>
              <a:prstGeom prst="rect">
                <a:avLst/>
              </a:prstGeom>
              <a:blipFill>
                <a:blip r:embed="rId15"/>
                <a:stretch>
                  <a:fillRect r="-268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Left Brace 39">
            <a:extLst>
              <a:ext uri="{FF2B5EF4-FFF2-40B4-BE49-F238E27FC236}">
                <a16:creationId xmlns:a16="http://schemas.microsoft.com/office/drawing/2014/main" id="{14B8E1CE-0141-541C-A0B9-4D2CE4EA5369}"/>
              </a:ext>
            </a:extLst>
          </p:cNvPr>
          <p:cNvSpPr/>
          <p:nvPr/>
        </p:nvSpPr>
        <p:spPr>
          <a:xfrm rot="16200000">
            <a:off x="3148196" y="5508861"/>
            <a:ext cx="284376" cy="1926376"/>
          </a:xfrm>
          <a:prstGeom prst="leftBrace">
            <a:avLst>
              <a:gd name="adj1" fmla="val 8333"/>
              <a:gd name="adj2" fmla="val 50341"/>
            </a:avLst>
          </a:prstGeom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5C8ADF8D-0A43-EF02-7012-D9540C8009E9}"/>
              </a:ext>
            </a:extLst>
          </p:cNvPr>
          <p:cNvSpPr txBox="1"/>
          <p:nvPr/>
        </p:nvSpPr>
        <p:spPr>
          <a:xfrm>
            <a:off x="2837227" y="6516880"/>
            <a:ext cx="9389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Exports</a:t>
            </a:r>
          </a:p>
        </p:txBody>
      </p:sp>
      <p:sp>
        <p:nvSpPr>
          <p:cNvPr id="42" name="Left Brace 41">
            <a:extLst>
              <a:ext uri="{FF2B5EF4-FFF2-40B4-BE49-F238E27FC236}">
                <a16:creationId xmlns:a16="http://schemas.microsoft.com/office/drawing/2014/main" id="{42921D87-0181-6A88-7784-41C2BE6955A3}"/>
              </a:ext>
            </a:extLst>
          </p:cNvPr>
          <p:cNvSpPr/>
          <p:nvPr/>
        </p:nvSpPr>
        <p:spPr>
          <a:xfrm rot="16200000">
            <a:off x="8751047" y="5764784"/>
            <a:ext cx="284376" cy="1448824"/>
          </a:xfrm>
          <a:prstGeom prst="leftBrace">
            <a:avLst>
              <a:gd name="adj1" fmla="val 8333"/>
              <a:gd name="adj2" fmla="val 50555"/>
            </a:avLst>
          </a:prstGeom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CDFFDED6-2F82-8232-F098-D032D3DD0D71}"/>
              </a:ext>
            </a:extLst>
          </p:cNvPr>
          <p:cNvSpPr txBox="1"/>
          <p:nvPr/>
        </p:nvSpPr>
        <p:spPr>
          <a:xfrm>
            <a:off x="8433414" y="6516880"/>
            <a:ext cx="966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Imports</a:t>
            </a:r>
          </a:p>
        </p:txBody>
      </p:sp>
    </p:spTree>
    <p:extLst>
      <p:ext uri="{BB962C8B-B14F-4D97-AF65-F5344CB8AC3E}">
        <p14:creationId xmlns:p14="http://schemas.microsoft.com/office/powerpoint/2010/main" val="3549411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2DDCFF-ADEA-8F69-995A-8E51A194E9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Isosceles Triangle 36">
            <a:extLst>
              <a:ext uri="{FF2B5EF4-FFF2-40B4-BE49-F238E27FC236}">
                <a16:creationId xmlns:a16="http://schemas.microsoft.com/office/drawing/2014/main" id="{3E457C67-14BC-4079-DC42-B2386CA0FC1D}"/>
              </a:ext>
            </a:extLst>
          </p:cNvPr>
          <p:cNvSpPr/>
          <p:nvPr/>
        </p:nvSpPr>
        <p:spPr>
          <a:xfrm>
            <a:off x="6659495" y="1165322"/>
            <a:ext cx="2292649" cy="1461998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ight Triangle 30">
            <a:extLst>
              <a:ext uri="{FF2B5EF4-FFF2-40B4-BE49-F238E27FC236}">
                <a16:creationId xmlns:a16="http://schemas.microsoft.com/office/drawing/2014/main" id="{BF0D58FC-E059-3D0A-C244-3C1E9E5395B0}"/>
              </a:ext>
            </a:extLst>
          </p:cNvPr>
          <p:cNvSpPr/>
          <p:nvPr/>
        </p:nvSpPr>
        <p:spPr>
          <a:xfrm flipV="1">
            <a:off x="6653867" y="2627321"/>
            <a:ext cx="2266397" cy="1236901"/>
          </a:xfrm>
          <a:prstGeom prst="rtTriangl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4C9D3DDD-0C40-8AA8-F868-71245EDC8EE3}"/>
              </a:ext>
            </a:extLst>
          </p:cNvPr>
          <p:cNvSpPr/>
          <p:nvPr/>
        </p:nvSpPr>
        <p:spPr>
          <a:xfrm>
            <a:off x="698782" y="2517112"/>
            <a:ext cx="2497824" cy="1792831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FEC25F5C-EFE2-F975-4173-CD9B278ACC9F}"/>
              </a:ext>
            </a:extLst>
          </p:cNvPr>
          <p:cNvSpPr/>
          <p:nvPr/>
        </p:nvSpPr>
        <p:spPr>
          <a:xfrm flipV="1">
            <a:off x="699218" y="4302467"/>
            <a:ext cx="2531702" cy="1600012"/>
          </a:xfrm>
          <a:prstGeom prst="rtTriangl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DF9228A6-E493-89EF-71B6-A0F37C34C7B4}"/>
              </a:ext>
            </a:extLst>
          </p:cNvPr>
          <p:cNvCxnSpPr>
            <a:cxnSpLocks/>
          </p:cNvCxnSpPr>
          <p:nvPr/>
        </p:nvCxnSpPr>
        <p:spPr>
          <a:xfrm>
            <a:off x="2319578" y="3681485"/>
            <a:ext cx="0" cy="2321552"/>
          </a:xfrm>
          <a:prstGeom prst="line">
            <a:avLst/>
          </a:prstGeom>
          <a:ln>
            <a:solidFill>
              <a:schemeClr val="tx1">
                <a:alpha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7FAFCD11-0163-ED38-035B-BAFBAA5FF05C}"/>
              </a:ext>
            </a:extLst>
          </p:cNvPr>
          <p:cNvCxnSpPr>
            <a:cxnSpLocks/>
          </p:cNvCxnSpPr>
          <p:nvPr/>
        </p:nvCxnSpPr>
        <p:spPr>
          <a:xfrm>
            <a:off x="4253570" y="3681485"/>
            <a:ext cx="0" cy="2321552"/>
          </a:xfrm>
          <a:prstGeom prst="line">
            <a:avLst/>
          </a:prstGeom>
          <a:ln>
            <a:solidFill>
              <a:schemeClr val="tx1">
                <a:alpha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E1D9533-7246-8A24-636C-D29BF64B084C}"/>
              </a:ext>
            </a:extLst>
          </p:cNvPr>
          <p:cNvCxnSpPr>
            <a:cxnSpLocks/>
          </p:cNvCxnSpPr>
          <p:nvPr/>
        </p:nvCxnSpPr>
        <p:spPr>
          <a:xfrm>
            <a:off x="698692" y="3681485"/>
            <a:ext cx="3581190" cy="0"/>
          </a:xfrm>
          <a:prstGeom prst="line">
            <a:avLst/>
          </a:prstGeom>
          <a:ln>
            <a:solidFill>
              <a:schemeClr val="tx1">
                <a:alpha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1768CFE0-8FD2-8595-6C24-1E635C44AE13}"/>
              </a:ext>
            </a:extLst>
          </p:cNvPr>
          <p:cNvCxnSpPr>
            <a:cxnSpLocks/>
          </p:cNvCxnSpPr>
          <p:nvPr/>
        </p:nvCxnSpPr>
        <p:spPr>
          <a:xfrm>
            <a:off x="8954748" y="2611690"/>
            <a:ext cx="14751" cy="3402304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81EB865-5DDC-90A2-C101-0F6AE9EA12A8}"/>
              </a:ext>
            </a:extLst>
          </p:cNvPr>
          <p:cNvCxnSpPr>
            <a:cxnSpLocks/>
          </p:cNvCxnSpPr>
          <p:nvPr/>
        </p:nvCxnSpPr>
        <p:spPr>
          <a:xfrm>
            <a:off x="8168824" y="3040634"/>
            <a:ext cx="0" cy="2962403"/>
          </a:xfrm>
          <a:prstGeom prst="line">
            <a:avLst/>
          </a:prstGeom>
          <a:ln>
            <a:solidFill>
              <a:schemeClr val="tx1">
                <a:alpha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DD71B10-0117-203B-28D5-3C9E957FA548}"/>
              </a:ext>
            </a:extLst>
          </p:cNvPr>
          <p:cNvCxnSpPr>
            <a:cxnSpLocks/>
          </p:cNvCxnSpPr>
          <p:nvPr/>
        </p:nvCxnSpPr>
        <p:spPr>
          <a:xfrm>
            <a:off x="6651231" y="3047451"/>
            <a:ext cx="2986150" cy="0"/>
          </a:xfrm>
          <a:prstGeom prst="line">
            <a:avLst/>
          </a:prstGeom>
          <a:ln>
            <a:solidFill>
              <a:schemeClr val="tx1">
                <a:alpha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2E343DA5-D84C-DAD8-F68F-9F099AB91B71}"/>
              </a:ext>
            </a:extLst>
          </p:cNvPr>
          <p:cNvCxnSpPr>
            <a:cxnSpLocks/>
          </p:cNvCxnSpPr>
          <p:nvPr/>
        </p:nvCxnSpPr>
        <p:spPr>
          <a:xfrm>
            <a:off x="9617647" y="3050738"/>
            <a:ext cx="0" cy="2962403"/>
          </a:xfrm>
          <a:prstGeom prst="line">
            <a:avLst/>
          </a:prstGeom>
          <a:ln>
            <a:solidFill>
              <a:schemeClr val="tx1">
                <a:alpha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D7C81AB9-98B9-67F3-FF1A-31A94F998CB5}"/>
              </a:ext>
            </a:extLst>
          </p:cNvPr>
          <p:cNvCxnSpPr>
            <a:cxnSpLocks/>
          </p:cNvCxnSpPr>
          <p:nvPr/>
        </p:nvCxnSpPr>
        <p:spPr>
          <a:xfrm>
            <a:off x="698692" y="4304104"/>
            <a:ext cx="2532228" cy="15744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6286A877-9AA4-E141-5124-2E2FA5074FB5}"/>
              </a:ext>
            </a:extLst>
          </p:cNvPr>
          <p:cNvCxnSpPr>
            <a:cxnSpLocks/>
          </p:cNvCxnSpPr>
          <p:nvPr/>
        </p:nvCxnSpPr>
        <p:spPr>
          <a:xfrm>
            <a:off x="3202185" y="4330460"/>
            <a:ext cx="0" cy="1672577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A3F8799-9078-01EF-7EB1-BDDB172A3B17}"/>
              </a:ext>
            </a:extLst>
          </p:cNvPr>
          <p:cNvCxnSpPr>
            <a:cxnSpLocks/>
          </p:cNvCxnSpPr>
          <p:nvPr/>
        </p:nvCxnSpPr>
        <p:spPr>
          <a:xfrm>
            <a:off x="680914" y="1078612"/>
            <a:ext cx="0" cy="49353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272EC63-6071-D114-8A5C-87D4C7C42C94}"/>
              </a:ext>
            </a:extLst>
          </p:cNvPr>
          <p:cNvCxnSpPr>
            <a:cxnSpLocks/>
          </p:cNvCxnSpPr>
          <p:nvPr/>
        </p:nvCxnSpPr>
        <p:spPr>
          <a:xfrm flipH="1">
            <a:off x="675436" y="6008517"/>
            <a:ext cx="511096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2976ADB-9456-8E31-0B99-0600B26872F3}"/>
              </a:ext>
            </a:extLst>
          </p:cNvPr>
          <p:cNvCxnSpPr>
            <a:cxnSpLocks/>
          </p:cNvCxnSpPr>
          <p:nvPr/>
        </p:nvCxnSpPr>
        <p:spPr>
          <a:xfrm flipV="1">
            <a:off x="670452" y="2912715"/>
            <a:ext cx="4806484" cy="2984285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A5CFD6FA-8419-26B9-C9F6-5E88806FBA45}"/>
              </a:ext>
            </a:extLst>
          </p:cNvPr>
          <p:cNvCxnSpPr>
            <a:cxnSpLocks/>
          </p:cNvCxnSpPr>
          <p:nvPr/>
        </p:nvCxnSpPr>
        <p:spPr>
          <a:xfrm>
            <a:off x="683519" y="2513162"/>
            <a:ext cx="4722841" cy="33811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A87F3BA9-C0C8-27EA-F6E8-3D69764EAD6F}"/>
              </a:ext>
            </a:extLst>
          </p:cNvPr>
          <p:cNvSpPr txBox="1"/>
          <p:nvPr/>
        </p:nvSpPr>
        <p:spPr>
          <a:xfrm>
            <a:off x="457885" y="795989"/>
            <a:ext cx="3091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B2DECD9-8DFD-E15E-8C6C-3AD46C769FF2}"/>
              </a:ext>
            </a:extLst>
          </p:cNvPr>
          <p:cNvSpPr txBox="1"/>
          <p:nvPr/>
        </p:nvSpPr>
        <p:spPr>
          <a:xfrm>
            <a:off x="5773566" y="5823851"/>
            <a:ext cx="361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BBF7BA5-B3D1-478E-142A-D5DA7CF87582}"/>
              </a:ext>
            </a:extLst>
          </p:cNvPr>
          <p:cNvSpPr txBox="1"/>
          <p:nvPr/>
        </p:nvSpPr>
        <p:spPr>
          <a:xfrm>
            <a:off x="5201622" y="2635716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0CA5B6C4-F214-F277-99FD-C6A3073882F8}"/>
              </a:ext>
            </a:extLst>
          </p:cNvPr>
          <p:cNvSpPr txBox="1"/>
          <p:nvPr/>
        </p:nvSpPr>
        <p:spPr>
          <a:xfrm>
            <a:off x="5060901" y="5362186"/>
            <a:ext cx="421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057FF836-71AA-8E4C-2005-22D61D8ED0A6}"/>
              </a:ext>
            </a:extLst>
          </p:cNvPr>
          <p:cNvCxnSpPr>
            <a:cxnSpLocks/>
          </p:cNvCxnSpPr>
          <p:nvPr/>
        </p:nvCxnSpPr>
        <p:spPr>
          <a:xfrm>
            <a:off x="6648626" y="1073132"/>
            <a:ext cx="0" cy="49353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9609A97-1D17-E203-06E3-93F2E3A1222D}"/>
              </a:ext>
            </a:extLst>
          </p:cNvPr>
          <p:cNvCxnSpPr>
            <a:cxnSpLocks/>
          </p:cNvCxnSpPr>
          <p:nvPr/>
        </p:nvCxnSpPr>
        <p:spPr>
          <a:xfrm flipH="1">
            <a:off x="6643148" y="6003037"/>
            <a:ext cx="511096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5D7CF8C-1FD0-641D-9856-532ED2F03C57}"/>
              </a:ext>
            </a:extLst>
          </p:cNvPr>
          <p:cNvCxnSpPr>
            <a:cxnSpLocks/>
          </p:cNvCxnSpPr>
          <p:nvPr/>
        </p:nvCxnSpPr>
        <p:spPr>
          <a:xfrm flipV="1">
            <a:off x="6651231" y="1159841"/>
            <a:ext cx="4971427" cy="2704381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CFD12CE-9818-32AD-5D85-B1D17412C562}"/>
              </a:ext>
            </a:extLst>
          </p:cNvPr>
          <p:cNvCxnSpPr>
            <a:cxnSpLocks/>
          </p:cNvCxnSpPr>
          <p:nvPr/>
        </p:nvCxnSpPr>
        <p:spPr>
          <a:xfrm>
            <a:off x="6651231" y="1152383"/>
            <a:ext cx="4971427" cy="317807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19DBEB31-3F12-118C-9B7A-3BC4F0B4C478}"/>
              </a:ext>
            </a:extLst>
          </p:cNvPr>
          <p:cNvSpPr txBox="1"/>
          <p:nvPr/>
        </p:nvSpPr>
        <p:spPr>
          <a:xfrm>
            <a:off x="6425597" y="790509"/>
            <a:ext cx="3091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BAC37FB-6721-1A86-4A5F-55D3AFA33039}"/>
              </a:ext>
            </a:extLst>
          </p:cNvPr>
          <p:cNvSpPr txBox="1"/>
          <p:nvPr/>
        </p:nvSpPr>
        <p:spPr>
          <a:xfrm>
            <a:off x="11741278" y="5818371"/>
            <a:ext cx="361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4D9F2DF-D556-6C02-E7C3-4B3B35943158}"/>
              </a:ext>
            </a:extLst>
          </p:cNvPr>
          <p:cNvSpPr txBox="1"/>
          <p:nvPr/>
        </p:nvSpPr>
        <p:spPr>
          <a:xfrm>
            <a:off x="11247115" y="928092"/>
            <a:ext cx="3145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5830924A-9576-30AC-45E0-701A2ED5C13C}"/>
              </a:ext>
            </a:extLst>
          </p:cNvPr>
          <p:cNvSpPr txBox="1"/>
          <p:nvPr/>
        </p:nvSpPr>
        <p:spPr>
          <a:xfrm>
            <a:off x="11287916" y="3771889"/>
            <a:ext cx="421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97CDE8D6-F76B-A039-9AD5-18D83F4BE75B}"/>
                  </a:ext>
                </a:extLst>
              </p:cNvPr>
              <p:cNvSpPr txBox="1"/>
              <p:nvPr/>
            </p:nvSpPr>
            <p:spPr>
              <a:xfrm>
                <a:off x="262684" y="4115045"/>
                <a:ext cx="504386" cy="3781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97CDE8D6-F76B-A039-9AD5-18D83F4BE75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684" y="4115045"/>
                <a:ext cx="504386" cy="37811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AD3CDF2F-CD83-556B-4AAD-9DEEA8A9F2C1}"/>
              </a:ext>
            </a:extLst>
          </p:cNvPr>
          <p:cNvCxnSpPr>
            <a:cxnSpLocks/>
          </p:cNvCxnSpPr>
          <p:nvPr/>
        </p:nvCxnSpPr>
        <p:spPr>
          <a:xfrm>
            <a:off x="6643148" y="2611690"/>
            <a:ext cx="2326350" cy="3328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1A3ACA83-4C49-ECA3-E58C-2D22E5CF0CDD}"/>
                  </a:ext>
                </a:extLst>
              </p:cNvPr>
              <p:cNvSpPr txBox="1"/>
              <p:nvPr/>
            </p:nvSpPr>
            <p:spPr>
              <a:xfrm>
                <a:off x="6230396" y="2423690"/>
                <a:ext cx="504386" cy="376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1A3ACA83-4C49-ECA3-E58C-2D22E5CF0CD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0396" y="2423690"/>
                <a:ext cx="504386" cy="376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A19EE317-D149-C0C6-087A-3030B7B051DE}"/>
                  </a:ext>
                </a:extLst>
              </p:cNvPr>
              <p:cNvSpPr txBox="1"/>
              <p:nvPr/>
            </p:nvSpPr>
            <p:spPr>
              <a:xfrm>
                <a:off x="2983165" y="6026297"/>
                <a:ext cx="438039" cy="2857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A19EE317-D149-C0C6-087A-3030B7B051D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3165" y="6026297"/>
                <a:ext cx="438039" cy="285784"/>
              </a:xfrm>
              <a:prstGeom prst="rect">
                <a:avLst/>
              </a:prstGeom>
              <a:blipFill>
                <a:blip r:embed="rId4"/>
                <a:stretch>
                  <a:fillRect l="-6944" t="-2174" b="-30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0F632349-8EBB-315A-84C2-B48F7076DA7C}"/>
                  </a:ext>
                </a:extLst>
              </p:cNvPr>
              <p:cNvSpPr txBox="1"/>
              <p:nvPr/>
            </p:nvSpPr>
            <p:spPr>
              <a:xfrm>
                <a:off x="8750479" y="6026297"/>
                <a:ext cx="438039" cy="28366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0F632349-8EBB-315A-84C2-B48F7076DA7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0479" y="6026297"/>
                <a:ext cx="438039" cy="283667"/>
              </a:xfrm>
              <a:prstGeom prst="rect">
                <a:avLst/>
              </a:prstGeom>
              <a:blipFill>
                <a:blip r:embed="rId5"/>
                <a:stretch>
                  <a:fillRect l="-11111" b="-30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F2ED165-3E75-BF9D-0701-C006CEE5843C}"/>
                  </a:ext>
                </a:extLst>
              </p:cNvPr>
              <p:cNvSpPr txBox="1"/>
              <p:nvPr/>
            </p:nvSpPr>
            <p:spPr>
              <a:xfrm>
                <a:off x="30810" y="3487516"/>
                <a:ext cx="504386" cy="3767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𝑅𝑜𝑊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3F2ED165-3E75-BF9D-0701-C006CEE584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10" y="3487516"/>
                <a:ext cx="504386" cy="376706"/>
              </a:xfrm>
              <a:prstGeom prst="rect">
                <a:avLst/>
              </a:prstGeom>
              <a:blipFill>
                <a:blip r:embed="rId6"/>
                <a:stretch>
                  <a:fillRect r="-313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FF68E12-0518-88CE-9262-A9B9DAC8C604}"/>
                  </a:ext>
                </a:extLst>
              </p:cNvPr>
              <p:cNvSpPr txBox="1"/>
              <p:nvPr/>
            </p:nvSpPr>
            <p:spPr>
              <a:xfrm>
                <a:off x="5990183" y="2859418"/>
                <a:ext cx="504386" cy="3760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𝑅𝑜𝑊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6FF68E12-0518-88CE-9262-A9B9DAC8C6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0183" y="2859418"/>
                <a:ext cx="504386" cy="376065"/>
              </a:xfrm>
              <a:prstGeom prst="rect">
                <a:avLst/>
              </a:prstGeom>
              <a:blipFill>
                <a:blip r:embed="rId7"/>
                <a:stretch>
                  <a:fillRect r="-329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4E188DD9-204C-B42F-888D-8E1316CE7C55}"/>
                  </a:ext>
                </a:extLst>
              </p:cNvPr>
              <p:cNvSpPr txBox="1"/>
              <p:nvPr/>
            </p:nvSpPr>
            <p:spPr>
              <a:xfrm>
                <a:off x="3999887" y="6036511"/>
                <a:ext cx="438039" cy="28777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4E188DD9-204C-B42F-888D-8E1316CE7C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9887" y="6036511"/>
                <a:ext cx="438039" cy="287771"/>
              </a:xfrm>
              <a:prstGeom prst="rect">
                <a:avLst/>
              </a:prstGeom>
              <a:blipFill>
                <a:blip r:embed="rId8"/>
                <a:stretch>
                  <a:fillRect l="-4167" b="-29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37E5C08-7B7E-576E-84F3-72D961C5EEE2}"/>
                  </a:ext>
                </a:extLst>
              </p:cNvPr>
              <p:cNvSpPr txBox="1"/>
              <p:nvPr/>
            </p:nvSpPr>
            <p:spPr>
              <a:xfrm>
                <a:off x="2096326" y="6026297"/>
                <a:ext cx="438039" cy="28437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37E5C08-7B7E-576E-84F3-72D961C5EEE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6326" y="6026297"/>
                <a:ext cx="438039" cy="284373"/>
              </a:xfrm>
              <a:prstGeom prst="rect">
                <a:avLst/>
              </a:prstGeom>
              <a:blipFill>
                <a:blip r:embed="rId9"/>
                <a:stretch>
                  <a:fillRect l="-6944" t="-2174" b="-30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CCFAA3A7-8205-BE68-54F8-3939C30D626D}"/>
                  </a:ext>
                </a:extLst>
              </p:cNvPr>
              <p:cNvSpPr txBox="1"/>
              <p:nvPr/>
            </p:nvSpPr>
            <p:spPr>
              <a:xfrm>
                <a:off x="9398627" y="6040082"/>
                <a:ext cx="438039" cy="28225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CCFAA3A7-8205-BE68-54F8-3939C30D62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8627" y="6040082"/>
                <a:ext cx="438039" cy="282257"/>
              </a:xfrm>
              <a:prstGeom prst="rect">
                <a:avLst/>
              </a:prstGeom>
              <a:blipFill>
                <a:blip r:embed="rId10"/>
                <a:stretch>
                  <a:fillRect l="-11111" b="-30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55998C68-634D-DAE3-CF27-563004103297}"/>
                  </a:ext>
                </a:extLst>
              </p:cNvPr>
              <p:cNvSpPr txBox="1"/>
              <p:nvPr/>
            </p:nvSpPr>
            <p:spPr>
              <a:xfrm>
                <a:off x="7949804" y="6045869"/>
                <a:ext cx="438039" cy="28565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55998C68-634D-DAE3-CF27-56300410329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9804" y="6045869"/>
                <a:ext cx="438039" cy="285656"/>
              </a:xfrm>
              <a:prstGeom prst="rect">
                <a:avLst/>
              </a:prstGeom>
              <a:blipFill>
                <a:blip r:embed="rId11"/>
                <a:stretch>
                  <a:fillRect l="-11111" b="-27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22E5020-6ADA-CFEC-592B-B77EE190F76F}"/>
                  </a:ext>
                </a:extLst>
              </p:cNvPr>
              <p:cNvSpPr txBox="1"/>
              <p:nvPr/>
            </p:nvSpPr>
            <p:spPr>
              <a:xfrm>
                <a:off x="762663" y="4745144"/>
                <a:ext cx="504386" cy="3781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222E5020-6ADA-CFEC-592B-B77EE190F76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663" y="4745144"/>
                <a:ext cx="504386" cy="378117"/>
              </a:xfrm>
              <a:prstGeom prst="rect">
                <a:avLst/>
              </a:prstGeom>
              <a:blipFill>
                <a:blip r:embed="rId12"/>
                <a:stretch>
                  <a:fillRect r="-72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17C41381-28D4-C51C-EB46-208BE6960909}"/>
                  </a:ext>
                </a:extLst>
              </p:cNvPr>
              <p:cNvSpPr txBox="1"/>
              <p:nvPr/>
            </p:nvSpPr>
            <p:spPr>
              <a:xfrm>
                <a:off x="771958" y="3120835"/>
                <a:ext cx="504386" cy="3781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17C41381-28D4-C51C-EB46-208BE69609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958" y="3120835"/>
                <a:ext cx="504386" cy="378117"/>
              </a:xfrm>
              <a:prstGeom prst="rect">
                <a:avLst/>
              </a:prstGeom>
              <a:blipFill>
                <a:blip r:embed="rId13"/>
                <a:stretch>
                  <a:fillRect r="-73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F5B05D8B-E713-D2AB-6554-E49DEA111FB2}"/>
                  </a:ext>
                </a:extLst>
              </p:cNvPr>
              <p:cNvSpPr txBox="1"/>
              <p:nvPr/>
            </p:nvSpPr>
            <p:spPr>
              <a:xfrm>
                <a:off x="6734782" y="1866047"/>
                <a:ext cx="504386" cy="376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F5B05D8B-E713-D2AB-6554-E49DEA111FB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4782" y="1866047"/>
                <a:ext cx="504386" cy="376000"/>
              </a:xfrm>
              <a:prstGeom prst="rect">
                <a:avLst/>
              </a:prstGeom>
              <a:blipFill>
                <a:blip r:embed="rId14"/>
                <a:stretch>
                  <a:fillRect r="-96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948EA896-1055-7BB8-49DD-D47BF385D0BD}"/>
                  </a:ext>
                </a:extLst>
              </p:cNvPr>
              <p:cNvSpPr txBox="1"/>
              <p:nvPr/>
            </p:nvSpPr>
            <p:spPr>
              <a:xfrm>
                <a:off x="6697545" y="3116663"/>
                <a:ext cx="504386" cy="376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948EA896-1055-7BB8-49DD-D47BF385D0B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7545" y="3116663"/>
                <a:ext cx="504386" cy="376000"/>
              </a:xfrm>
              <a:prstGeom prst="rect">
                <a:avLst/>
              </a:prstGeom>
              <a:blipFill>
                <a:blip r:embed="rId15"/>
                <a:stretch>
                  <a:fillRect r="-1219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Left Brace 39">
            <a:extLst>
              <a:ext uri="{FF2B5EF4-FFF2-40B4-BE49-F238E27FC236}">
                <a16:creationId xmlns:a16="http://schemas.microsoft.com/office/drawing/2014/main" id="{B9BB312A-67D5-FFBC-32D9-AB881C846814}"/>
              </a:ext>
            </a:extLst>
          </p:cNvPr>
          <p:cNvSpPr/>
          <p:nvPr/>
        </p:nvSpPr>
        <p:spPr>
          <a:xfrm rot="16200000">
            <a:off x="8751047" y="5764784"/>
            <a:ext cx="284376" cy="1448824"/>
          </a:xfrm>
          <a:prstGeom prst="leftBrace">
            <a:avLst>
              <a:gd name="adj1" fmla="val 8333"/>
              <a:gd name="adj2" fmla="val 50555"/>
            </a:avLst>
          </a:prstGeom>
          <a:ln>
            <a:solidFill>
              <a:schemeClr val="accent5">
                <a:lumMod val="50000"/>
                <a:alpha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F0E554AA-23E6-5216-A816-D6A8F4A16A09}"/>
              </a:ext>
            </a:extLst>
          </p:cNvPr>
          <p:cNvSpPr txBox="1"/>
          <p:nvPr/>
        </p:nvSpPr>
        <p:spPr>
          <a:xfrm>
            <a:off x="8433414" y="6516880"/>
            <a:ext cx="966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Imports</a:t>
            </a:r>
          </a:p>
        </p:txBody>
      </p:sp>
      <p:sp>
        <p:nvSpPr>
          <p:cNvPr id="42" name="Left Brace 41">
            <a:extLst>
              <a:ext uri="{FF2B5EF4-FFF2-40B4-BE49-F238E27FC236}">
                <a16:creationId xmlns:a16="http://schemas.microsoft.com/office/drawing/2014/main" id="{FE8506A0-7694-092D-6A64-CC1480F6C918}"/>
              </a:ext>
            </a:extLst>
          </p:cNvPr>
          <p:cNvSpPr/>
          <p:nvPr/>
        </p:nvSpPr>
        <p:spPr>
          <a:xfrm rot="16200000">
            <a:off x="3148196" y="5508861"/>
            <a:ext cx="284376" cy="1926376"/>
          </a:xfrm>
          <a:prstGeom prst="leftBrace">
            <a:avLst>
              <a:gd name="adj1" fmla="val 8333"/>
              <a:gd name="adj2" fmla="val 50341"/>
            </a:avLst>
          </a:prstGeom>
          <a:ln>
            <a:solidFill>
              <a:schemeClr val="accent5">
                <a:lumMod val="50000"/>
                <a:alpha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A5944449-98EB-BF3E-CB29-8C99911846B2}"/>
              </a:ext>
            </a:extLst>
          </p:cNvPr>
          <p:cNvSpPr txBox="1"/>
          <p:nvPr/>
        </p:nvSpPr>
        <p:spPr>
          <a:xfrm>
            <a:off x="2837227" y="6516880"/>
            <a:ext cx="9389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Exports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8C9F3D66-DDB1-F526-C388-041714F656D3}"/>
              </a:ext>
            </a:extLst>
          </p:cNvPr>
          <p:cNvSpPr txBox="1"/>
          <p:nvPr/>
        </p:nvSpPr>
        <p:spPr>
          <a:xfrm>
            <a:off x="2448955" y="426657"/>
            <a:ext cx="1506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English Cloth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B1F8B2F0-8CAA-225B-D59D-9A13BD65B1EF}"/>
              </a:ext>
            </a:extLst>
          </p:cNvPr>
          <p:cNvSpPr txBox="1"/>
          <p:nvPr/>
        </p:nvSpPr>
        <p:spPr>
          <a:xfrm>
            <a:off x="8208894" y="426657"/>
            <a:ext cx="1506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English Wine</a:t>
            </a:r>
          </a:p>
        </p:txBody>
      </p:sp>
    </p:spTree>
    <p:extLst>
      <p:ext uri="{BB962C8B-B14F-4D97-AF65-F5344CB8AC3E}">
        <p14:creationId xmlns:p14="http://schemas.microsoft.com/office/powerpoint/2010/main" val="10147936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AEFF56-8D74-E776-6A81-584EF80BF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Isosceles Triangle 36">
            <a:extLst>
              <a:ext uri="{FF2B5EF4-FFF2-40B4-BE49-F238E27FC236}">
                <a16:creationId xmlns:a16="http://schemas.microsoft.com/office/drawing/2014/main" id="{77ECDCBE-8F2E-9009-A588-924DCAC174D6}"/>
              </a:ext>
            </a:extLst>
          </p:cNvPr>
          <p:cNvSpPr/>
          <p:nvPr/>
        </p:nvSpPr>
        <p:spPr>
          <a:xfrm>
            <a:off x="6659495" y="1165321"/>
            <a:ext cx="2931841" cy="1883231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ight Triangle 30">
            <a:extLst>
              <a:ext uri="{FF2B5EF4-FFF2-40B4-BE49-F238E27FC236}">
                <a16:creationId xmlns:a16="http://schemas.microsoft.com/office/drawing/2014/main" id="{38DE22BA-EE45-03CF-F7AC-92A649B4F57D}"/>
              </a:ext>
            </a:extLst>
          </p:cNvPr>
          <p:cNvSpPr/>
          <p:nvPr/>
        </p:nvSpPr>
        <p:spPr>
          <a:xfrm flipV="1">
            <a:off x="6653867" y="3047450"/>
            <a:ext cx="1495223" cy="816772"/>
          </a:xfrm>
          <a:prstGeom prst="rtTriangl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FB81E933-9AE9-9A96-2F65-C110C3E31FAD}"/>
              </a:ext>
            </a:extLst>
          </p:cNvPr>
          <p:cNvSpPr/>
          <p:nvPr/>
        </p:nvSpPr>
        <p:spPr>
          <a:xfrm>
            <a:off x="698782" y="2517112"/>
            <a:ext cx="1633951" cy="1178739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Triangle 7">
            <a:extLst>
              <a:ext uri="{FF2B5EF4-FFF2-40B4-BE49-F238E27FC236}">
                <a16:creationId xmlns:a16="http://schemas.microsoft.com/office/drawing/2014/main" id="{CFD16381-7AD7-CF14-36B3-CFC0DBA50BB3}"/>
              </a:ext>
            </a:extLst>
          </p:cNvPr>
          <p:cNvSpPr/>
          <p:nvPr/>
        </p:nvSpPr>
        <p:spPr>
          <a:xfrm flipV="1">
            <a:off x="699218" y="3690455"/>
            <a:ext cx="3515156" cy="2212024"/>
          </a:xfrm>
          <a:prstGeom prst="rtTriangle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F1AA7AC8-F98D-6A4D-1AD3-8C19D34715E4}"/>
              </a:ext>
            </a:extLst>
          </p:cNvPr>
          <p:cNvCxnSpPr>
            <a:cxnSpLocks/>
          </p:cNvCxnSpPr>
          <p:nvPr/>
        </p:nvCxnSpPr>
        <p:spPr>
          <a:xfrm>
            <a:off x="2319578" y="3681485"/>
            <a:ext cx="0" cy="2321552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A4B778E-0EF8-2203-CE90-F2EC52C9B97E}"/>
              </a:ext>
            </a:extLst>
          </p:cNvPr>
          <p:cNvCxnSpPr>
            <a:cxnSpLocks/>
          </p:cNvCxnSpPr>
          <p:nvPr/>
        </p:nvCxnSpPr>
        <p:spPr>
          <a:xfrm>
            <a:off x="4253570" y="3681485"/>
            <a:ext cx="0" cy="2321552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F59062D9-F584-13FB-542B-FA5B2EB62F4A}"/>
              </a:ext>
            </a:extLst>
          </p:cNvPr>
          <p:cNvCxnSpPr>
            <a:cxnSpLocks/>
          </p:cNvCxnSpPr>
          <p:nvPr/>
        </p:nvCxnSpPr>
        <p:spPr>
          <a:xfrm>
            <a:off x="8954748" y="2611690"/>
            <a:ext cx="14751" cy="3402304"/>
          </a:xfrm>
          <a:prstGeom prst="line">
            <a:avLst/>
          </a:prstGeom>
          <a:ln>
            <a:solidFill>
              <a:schemeClr val="tx1">
                <a:alpha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D9C4A376-A2B1-0C34-D0CE-11064B64DFB2}"/>
              </a:ext>
            </a:extLst>
          </p:cNvPr>
          <p:cNvCxnSpPr>
            <a:cxnSpLocks/>
          </p:cNvCxnSpPr>
          <p:nvPr/>
        </p:nvCxnSpPr>
        <p:spPr>
          <a:xfrm>
            <a:off x="698692" y="4304104"/>
            <a:ext cx="2532228" cy="15744"/>
          </a:xfrm>
          <a:prstGeom prst="line">
            <a:avLst/>
          </a:prstGeom>
          <a:ln>
            <a:solidFill>
              <a:schemeClr val="tx1">
                <a:alpha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80D561FA-79E2-822A-FF50-515C3282BF35}"/>
              </a:ext>
            </a:extLst>
          </p:cNvPr>
          <p:cNvCxnSpPr>
            <a:cxnSpLocks/>
          </p:cNvCxnSpPr>
          <p:nvPr/>
        </p:nvCxnSpPr>
        <p:spPr>
          <a:xfrm>
            <a:off x="3202185" y="4330460"/>
            <a:ext cx="0" cy="1672577"/>
          </a:xfrm>
          <a:prstGeom prst="line">
            <a:avLst/>
          </a:prstGeom>
          <a:ln>
            <a:solidFill>
              <a:schemeClr val="tx1">
                <a:alpha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D86B5B9-9EC9-98ED-F769-1B24DC430601}"/>
              </a:ext>
            </a:extLst>
          </p:cNvPr>
          <p:cNvCxnSpPr>
            <a:cxnSpLocks/>
          </p:cNvCxnSpPr>
          <p:nvPr/>
        </p:nvCxnSpPr>
        <p:spPr>
          <a:xfrm>
            <a:off x="680914" y="1078612"/>
            <a:ext cx="0" cy="49353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5CF9871-D787-E6F4-5003-B384BA3D6190}"/>
              </a:ext>
            </a:extLst>
          </p:cNvPr>
          <p:cNvCxnSpPr>
            <a:cxnSpLocks/>
          </p:cNvCxnSpPr>
          <p:nvPr/>
        </p:nvCxnSpPr>
        <p:spPr>
          <a:xfrm flipH="1">
            <a:off x="675436" y="6008517"/>
            <a:ext cx="511096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99F1B75E-101E-C7F3-2950-0700CAC9E8EF}"/>
              </a:ext>
            </a:extLst>
          </p:cNvPr>
          <p:cNvSpPr txBox="1"/>
          <p:nvPr/>
        </p:nvSpPr>
        <p:spPr>
          <a:xfrm>
            <a:off x="457885" y="795989"/>
            <a:ext cx="3091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00F8A79-1D83-2C4F-A980-6C67219B8913}"/>
              </a:ext>
            </a:extLst>
          </p:cNvPr>
          <p:cNvSpPr txBox="1"/>
          <p:nvPr/>
        </p:nvSpPr>
        <p:spPr>
          <a:xfrm>
            <a:off x="5773566" y="5823851"/>
            <a:ext cx="361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8054392-E46A-EF0E-0E04-E4AF162A6AAA}"/>
              </a:ext>
            </a:extLst>
          </p:cNvPr>
          <p:cNvSpPr txBox="1"/>
          <p:nvPr/>
        </p:nvSpPr>
        <p:spPr>
          <a:xfrm>
            <a:off x="5201622" y="2635716"/>
            <a:ext cx="31451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B52260C-4CE5-2BBB-DD1A-AADC1464DB8E}"/>
              </a:ext>
            </a:extLst>
          </p:cNvPr>
          <p:cNvSpPr txBox="1"/>
          <p:nvPr/>
        </p:nvSpPr>
        <p:spPr>
          <a:xfrm>
            <a:off x="5060901" y="5362186"/>
            <a:ext cx="421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</a:t>
            </a: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1DD0C1E-D42B-B682-B72B-2A58A0DCD8D9}"/>
              </a:ext>
            </a:extLst>
          </p:cNvPr>
          <p:cNvCxnSpPr>
            <a:cxnSpLocks/>
          </p:cNvCxnSpPr>
          <p:nvPr/>
        </p:nvCxnSpPr>
        <p:spPr>
          <a:xfrm>
            <a:off x="6648626" y="1073132"/>
            <a:ext cx="0" cy="49353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3886B524-3EC5-B86F-3F1C-3AFC8F1BE0AF}"/>
              </a:ext>
            </a:extLst>
          </p:cNvPr>
          <p:cNvCxnSpPr>
            <a:cxnSpLocks/>
          </p:cNvCxnSpPr>
          <p:nvPr/>
        </p:nvCxnSpPr>
        <p:spPr>
          <a:xfrm flipH="1">
            <a:off x="6643148" y="6003037"/>
            <a:ext cx="511096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6D40A2F5-F73E-4DF7-6D64-E9ADEDD528F0}"/>
              </a:ext>
            </a:extLst>
          </p:cNvPr>
          <p:cNvSpPr txBox="1"/>
          <p:nvPr/>
        </p:nvSpPr>
        <p:spPr>
          <a:xfrm>
            <a:off x="6425597" y="790509"/>
            <a:ext cx="3091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46BEB21-18A3-59E3-5AAA-A96394AA86B0}"/>
              </a:ext>
            </a:extLst>
          </p:cNvPr>
          <p:cNvSpPr txBox="1"/>
          <p:nvPr/>
        </p:nvSpPr>
        <p:spPr>
          <a:xfrm>
            <a:off x="11741278" y="5818371"/>
            <a:ext cx="361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46E1367-E6E8-6B0E-6128-EA9D97412F4B}"/>
              </a:ext>
            </a:extLst>
          </p:cNvPr>
          <p:cNvSpPr txBox="1"/>
          <p:nvPr/>
        </p:nvSpPr>
        <p:spPr>
          <a:xfrm>
            <a:off x="11247115" y="928092"/>
            <a:ext cx="3145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9EEC8504-2381-F563-AF07-88351E4E33DA}"/>
              </a:ext>
            </a:extLst>
          </p:cNvPr>
          <p:cNvSpPr txBox="1"/>
          <p:nvPr/>
        </p:nvSpPr>
        <p:spPr>
          <a:xfrm>
            <a:off x="11287916" y="3771889"/>
            <a:ext cx="421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E05E29FA-3312-F269-FB54-9B37C8136B04}"/>
                  </a:ext>
                </a:extLst>
              </p:cNvPr>
              <p:cNvSpPr txBox="1"/>
              <p:nvPr/>
            </p:nvSpPr>
            <p:spPr>
              <a:xfrm>
                <a:off x="262684" y="4115045"/>
                <a:ext cx="504386" cy="37811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E05E29FA-3312-F269-FB54-9B37C8136B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2684" y="4115045"/>
                <a:ext cx="504386" cy="378117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C4D9B21B-1704-D02E-235D-4F3E9F677DD2}"/>
                  </a:ext>
                </a:extLst>
              </p:cNvPr>
              <p:cNvSpPr txBox="1"/>
              <p:nvPr/>
            </p:nvSpPr>
            <p:spPr>
              <a:xfrm>
                <a:off x="6230396" y="2423690"/>
                <a:ext cx="504386" cy="37600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C4D9B21B-1704-D02E-235D-4F3E9F677D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30396" y="2423690"/>
                <a:ext cx="504386" cy="37600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363529CF-258F-7EA0-D383-612035EB224C}"/>
                  </a:ext>
                </a:extLst>
              </p:cNvPr>
              <p:cNvSpPr txBox="1"/>
              <p:nvPr/>
            </p:nvSpPr>
            <p:spPr>
              <a:xfrm>
                <a:off x="2983165" y="6026297"/>
                <a:ext cx="438039" cy="28578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363529CF-258F-7EA0-D383-612035EB224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3165" y="6026297"/>
                <a:ext cx="438039" cy="285784"/>
              </a:xfrm>
              <a:prstGeom prst="rect">
                <a:avLst/>
              </a:prstGeom>
              <a:blipFill>
                <a:blip r:embed="rId4"/>
                <a:stretch>
                  <a:fillRect l="-6944" t="-2174" b="-30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DAFD27BE-710D-5850-0E2A-D7F2838D8055}"/>
                  </a:ext>
                </a:extLst>
              </p:cNvPr>
              <p:cNvSpPr txBox="1"/>
              <p:nvPr/>
            </p:nvSpPr>
            <p:spPr>
              <a:xfrm>
                <a:off x="8750479" y="6026297"/>
                <a:ext cx="438039" cy="28366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DAFD27BE-710D-5850-0E2A-D7F2838D80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750479" y="6026297"/>
                <a:ext cx="438039" cy="283667"/>
              </a:xfrm>
              <a:prstGeom prst="rect">
                <a:avLst/>
              </a:prstGeom>
              <a:blipFill>
                <a:blip r:embed="rId5"/>
                <a:stretch>
                  <a:fillRect l="-11111" b="-30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DAAEE0B-997A-47A4-133F-A905FA039E52}"/>
                  </a:ext>
                </a:extLst>
              </p:cNvPr>
              <p:cNvSpPr txBox="1"/>
              <p:nvPr/>
            </p:nvSpPr>
            <p:spPr>
              <a:xfrm>
                <a:off x="30810" y="3487516"/>
                <a:ext cx="504386" cy="3767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𝑅𝑜𝑊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DAAEE0B-997A-47A4-133F-A905FA039E5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810" y="3487516"/>
                <a:ext cx="504386" cy="376706"/>
              </a:xfrm>
              <a:prstGeom prst="rect">
                <a:avLst/>
              </a:prstGeom>
              <a:blipFill>
                <a:blip r:embed="rId6"/>
                <a:stretch>
                  <a:fillRect r="-313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B15BA19-DD7F-652E-F267-218E1FE3B73B}"/>
                  </a:ext>
                </a:extLst>
              </p:cNvPr>
              <p:cNvSpPr txBox="1"/>
              <p:nvPr/>
            </p:nvSpPr>
            <p:spPr>
              <a:xfrm>
                <a:off x="5990183" y="2859418"/>
                <a:ext cx="504386" cy="3760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𝑊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𝑅𝑜𝑊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B15BA19-DD7F-652E-F267-218E1FE3B73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90183" y="2859418"/>
                <a:ext cx="504386" cy="376065"/>
              </a:xfrm>
              <a:prstGeom prst="rect">
                <a:avLst/>
              </a:prstGeom>
              <a:blipFill>
                <a:blip r:embed="rId7"/>
                <a:stretch>
                  <a:fillRect r="-329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9CC7142-FCC5-9419-B1A5-CA97A4F6C5A2}"/>
                  </a:ext>
                </a:extLst>
              </p:cNvPr>
              <p:cNvSpPr txBox="1"/>
              <p:nvPr/>
            </p:nvSpPr>
            <p:spPr>
              <a:xfrm>
                <a:off x="3999887" y="6036511"/>
                <a:ext cx="438039" cy="28777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79CC7142-FCC5-9419-B1A5-CA97A4F6C5A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99887" y="6036511"/>
                <a:ext cx="438039" cy="287771"/>
              </a:xfrm>
              <a:prstGeom prst="rect">
                <a:avLst/>
              </a:prstGeom>
              <a:blipFill>
                <a:blip r:embed="rId8"/>
                <a:stretch>
                  <a:fillRect l="-4167" b="-2978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A5FCE736-BBF8-1A86-3FE2-E1508DC58D9B}"/>
                  </a:ext>
                </a:extLst>
              </p:cNvPr>
              <p:cNvSpPr txBox="1"/>
              <p:nvPr/>
            </p:nvSpPr>
            <p:spPr>
              <a:xfrm>
                <a:off x="2096326" y="6026297"/>
                <a:ext cx="438039" cy="28437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A5FCE736-BBF8-1A86-3FE2-E1508DC58D9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96326" y="6026297"/>
                <a:ext cx="438039" cy="284373"/>
              </a:xfrm>
              <a:prstGeom prst="rect">
                <a:avLst/>
              </a:prstGeom>
              <a:blipFill>
                <a:blip r:embed="rId9"/>
                <a:stretch>
                  <a:fillRect l="-6944" t="-2174" b="-30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AFB87C29-DCA8-271D-7452-72DD31A10843}"/>
                  </a:ext>
                </a:extLst>
              </p:cNvPr>
              <p:cNvSpPr txBox="1"/>
              <p:nvPr/>
            </p:nvSpPr>
            <p:spPr>
              <a:xfrm>
                <a:off x="9398627" y="6040082"/>
                <a:ext cx="438039" cy="282257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𝐷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5" name="TextBox 34">
                <a:extLst>
                  <a:ext uri="{FF2B5EF4-FFF2-40B4-BE49-F238E27FC236}">
                    <a16:creationId xmlns:a16="http://schemas.microsoft.com/office/drawing/2014/main" id="{AFB87C29-DCA8-271D-7452-72DD31A1084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8627" y="6040082"/>
                <a:ext cx="438039" cy="282257"/>
              </a:xfrm>
              <a:prstGeom prst="rect">
                <a:avLst/>
              </a:prstGeom>
              <a:blipFill>
                <a:blip r:embed="rId10"/>
                <a:stretch>
                  <a:fillRect l="-11111" b="-30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FF336FA-0B53-E16F-A6A3-9380A3B30D76}"/>
                  </a:ext>
                </a:extLst>
              </p:cNvPr>
              <p:cNvSpPr txBox="1"/>
              <p:nvPr/>
            </p:nvSpPr>
            <p:spPr>
              <a:xfrm>
                <a:off x="7949804" y="6045869"/>
                <a:ext cx="438039" cy="285656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6FF336FA-0B53-E16F-A6A3-9380A3B30D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949804" y="6045869"/>
                <a:ext cx="438039" cy="285656"/>
              </a:xfrm>
              <a:prstGeom prst="rect">
                <a:avLst/>
              </a:prstGeom>
              <a:blipFill>
                <a:blip r:embed="rId11"/>
                <a:stretch>
                  <a:fillRect l="-11111" b="-276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955ECBB-833E-8B84-0CAE-D3270BA0D045}"/>
                  </a:ext>
                </a:extLst>
              </p:cNvPr>
              <p:cNvSpPr txBox="1"/>
              <p:nvPr/>
            </p:nvSpPr>
            <p:spPr>
              <a:xfrm>
                <a:off x="762663" y="4745144"/>
                <a:ext cx="504386" cy="3767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𝐹𝑇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5955ECBB-833E-8B84-0CAE-D3270BA0D0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2663" y="4745144"/>
                <a:ext cx="504386" cy="376706"/>
              </a:xfrm>
              <a:prstGeom prst="rect">
                <a:avLst/>
              </a:prstGeom>
              <a:blipFill>
                <a:blip r:embed="rId12"/>
                <a:stretch>
                  <a:fillRect r="-2530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9A04171-26B3-4411-B4BB-45DF9F8E6BF5}"/>
                  </a:ext>
                </a:extLst>
              </p:cNvPr>
              <p:cNvSpPr txBox="1"/>
              <p:nvPr/>
            </p:nvSpPr>
            <p:spPr>
              <a:xfrm>
                <a:off x="771958" y="3120835"/>
                <a:ext cx="504386" cy="37670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𝐹𝑇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D9A04171-26B3-4411-B4BB-45DF9F8E6BF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1958" y="3120835"/>
                <a:ext cx="504386" cy="376706"/>
              </a:xfrm>
              <a:prstGeom prst="rect">
                <a:avLst/>
              </a:prstGeom>
              <a:blipFill>
                <a:blip r:embed="rId13"/>
                <a:stretch>
                  <a:fillRect r="-2561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5CCE30D-0007-866A-90E0-D311DE19D4B3}"/>
                  </a:ext>
                </a:extLst>
              </p:cNvPr>
              <p:cNvSpPr txBox="1"/>
              <p:nvPr/>
            </p:nvSpPr>
            <p:spPr>
              <a:xfrm>
                <a:off x="6734782" y="1866047"/>
                <a:ext cx="504386" cy="3745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𝐹𝑇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B5CCE30D-0007-866A-90E0-D311DE19D4B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34782" y="1866047"/>
                <a:ext cx="504386" cy="374590"/>
              </a:xfrm>
              <a:prstGeom prst="rect">
                <a:avLst/>
              </a:prstGeom>
              <a:blipFill>
                <a:blip r:embed="rId14"/>
                <a:stretch>
                  <a:fillRect r="-2409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A8E68B72-4B94-FF45-C514-7664577B1B1F}"/>
                  </a:ext>
                </a:extLst>
              </p:cNvPr>
              <p:cNvSpPr txBox="1"/>
              <p:nvPr/>
            </p:nvSpPr>
            <p:spPr>
              <a:xfrm>
                <a:off x="6697545" y="3116663"/>
                <a:ext cx="504386" cy="37459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  <m:sub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𝑊</m:t>
                          </m:r>
                        </m:sub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𝐹𝑇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9" name="TextBox 38">
                <a:extLst>
                  <a:ext uri="{FF2B5EF4-FFF2-40B4-BE49-F238E27FC236}">
                    <a16:creationId xmlns:a16="http://schemas.microsoft.com/office/drawing/2014/main" id="{A8E68B72-4B94-FF45-C514-7664577B1B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97545" y="3116663"/>
                <a:ext cx="504386" cy="374590"/>
              </a:xfrm>
              <a:prstGeom prst="rect">
                <a:avLst/>
              </a:prstGeom>
              <a:blipFill>
                <a:blip r:embed="rId15"/>
                <a:stretch>
                  <a:fillRect r="-2682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0" name="Left Brace 39">
            <a:extLst>
              <a:ext uri="{FF2B5EF4-FFF2-40B4-BE49-F238E27FC236}">
                <a16:creationId xmlns:a16="http://schemas.microsoft.com/office/drawing/2014/main" id="{7F2C5160-C37D-5F82-16CE-E8F1B4115C6A}"/>
              </a:ext>
            </a:extLst>
          </p:cNvPr>
          <p:cNvSpPr/>
          <p:nvPr/>
        </p:nvSpPr>
        <p:spPr>
          <a:xfrm rot="16200000">
            <a:off x="3148196" y="5508861"/>
            <a:ext cx="284376" cy="1926376"/>
          </a:xfrm>
          <a:prstGeom prst="leftBrace">
            <a:avLst>
              <a:gd name="adj1" fmla="val 8333"/>
              <a:gd name="adj2" fmla="val 50341"/>
            </a:avLst>
          </a:prstGeom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3F9D890C-A39B-D6E6-6AA2-FF01406AFCAC}"/>
              </a:ext>
            </a:extLst>
          </p:cNvPr>
          <p:cNvSpPr txBox="1"/>
          <p:nvPr/>
        </p:nvSpPr>
        <p:spPr>
          <a:xfrm>
            <a:off x="2837227" y="6516880"/>
            <a:ext cx="9389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Exports</a:t>
            </a:r>
          </a:p>
        </p:txBody>
      </p:sp>
      <p:sp>
        <p:nvSpPr>
          <p:cNvPr id="42" name="Left Brace 41">
            <a:extLst>
              <a:ext uri="{FF2B5EF4-FFF2-40B4-BE49-F238E27FC236}">
                <a16:creationId xmlns:a16="http://schemas.microsoft.com/office/drawing/2014/main" id="{F11FAA3A-DB36-F40C-0974-30DDA167C8E0}"/>
              </a:ext>
            </a:extLst>
          </p:cNvPr>
          <p:cNvSpPr/>
          <p:nvPr/>
        </p:nvSpPr>
        <p:spPr>
          <a:xfrm rot="16200000">
            <a:off x="8751047" y="5764784"/>
            <a:ext cx="284376" cy="1448824"/>
          </a:xfrm>
          <a:prstGeom prst="leftBrace">
            <a:avLst>
              <a:gd name="adj1" fmla="val 8333"/>
              <a:gd name="adj2" fmla="val 50555"/>
            </a:avLst>
          </a:prstGeom>
          <a:ln>
            <a:solidFill>
              <a:schemeClr val="accent5">
                <a:lumMod val="5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8E4FBEC-75C6-C34D-4BEC-25A4ADCB4117}"/>
              </a:ext>
            </a:extLst>
          </p:cNvPr>
          <p:cNvSpPr txBox="1"/>
          <p:nvPr/>
        </p:nvSpPr>
        <p:spPr>
          <a:xfrm>
            <a:off x="8433414" y="6516880"/>
            <a:ext cx="966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Imports</a:t>
            </a:r>
          </a:p>
        </p:txBody>
      </p:sp>
      <p:sp>
        <p:nvSpPr>
          <p:cNvPr id="45" name="Isosceles Triangle 44">
            <a:extLst>
              <a:ext uri="{FF2B5EF4-FFF2-40B4-BE49-F238E27FC236}">
                <a16:creationId xmlns:a16="http://schemas.microsoft.com/office/drawing/2014/main" id="{14E9AEE9-3BFE-76FF-8BDE-72677982A643}"/>
              </a:ext>
            </a:extLst>
          </p:cNvPr>
          <p:cNvSpPr/>
          <p:nvPr/>
        </p:nvSpPr>
        <p:spPr>
          <a:xfrm flipV="1">
            <a:off x="2319578" y="3690452"/>
            <a:ext cx="1907681" cy="620815"/>
          </a:xfrm>
          <a:prstGeom prst="triangle">
            <a:avLst>
              <a:gd name="adj" fmla="val 4711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172347F5-3F9F-8A22-74BF-0D1D9521895B}"/>
              </a:ext>
            </a:extLst>
          </p:cNvPr>
          <p:cNvCxnSpPr>
            <a:cxnSpLocks/>
          </p:cNvCxnSpPr>
          <p:nvPr/>
        </p:nvCxnSpPr>
        <p:spPr>
          <a:xfrm>
            <a:off x="683519" y="2513162"/>
            <a:ext cx="4722841" cy="33811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A9006CC-2EF1-8362-53E6-353477CAC5C9}"/>
              </a:ext>
            </a:extLst>
          </p:cNvPr>
          <p:cNvCxnSpPr>
            <a:cxnSpLocks/>
          </p:cNvCxnSpPr>
          <p:nvPr/>
        </p:nvCxnSpPr>
        <p:spPr>
          <a:xfrm flipV="1">
            <a:off x="670452" y="2912715"/>
            <a:ext cx="4806484" cy="2984285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E85951C-7274-5925-8A57-B2CDEBF1D4F7}"/>
              </a:ext>
            </a:extLst>
          </p:cNvPr>
          <p:cNvCxnSpPr>
            <a:cxnSpLocks/>
          </p:cNvCxnSpPr>
          <p:nvPr/>
        </p:nvCxnSpPr>
        <p:spPr>
          <a:xfrm>
            <a:off x="698692" y="3681485"/>
            <a:ext cx="3581190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Isosceles Triangle 45">
            <a:extLst>
              <a:ext uri="{FF2B5EF4-FFF2-40B4-BE49-F238E27FC236}">
                <a16:creationId xmlns:a16="http://schemas.microsoft.com/office/drawing/2014/main" id="{92BE9989-C81E-0452-C53F-7EFE59F3B134}"/>
              </a:ext>
            </a:extLst>
          </p:cNvPr>
          <p:cNvSpPr/>
          <p:nvPr/>
        </p:nvSpPr>
        <p:spPr>
          <a:xfrm>
            <a:off x="8183103" y="2621835"/>
            <a:ext cx="1408233" cy="420140"/>
          </a:xfrm>
          <a:prstGeom prst="triangle">
            <a:avLst>
              <a:gd name="adj" fmla="val 55350"/>
            </a:avLst>
          </a:prstGeom>
          <a:solidFill>
            <a:srgbClr val="239FD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6EC6FBB1-8DE5-D592-7083-5E88EE0235A8}"/>
              </a:ext>
            </a:extLst>
          </p:cNvPr>
          <p:cNvCxnSpPr>
            <a:cxnSpLocks/>
          </p:cNvCxnSpPr>
          <p:nvPr/>
        </p:nvCxnSpPr>
        <p:spPr>
          <a:xfrm>
            <a:off x="6643148" y="2611690"/>
            <a:ext cx="2326350" cy="3328"/>
          </a:xfrm>
          <a:prstGeom prst="line">
            <a:avLst/>
          </a:prstGeom>
          <a:ln>
            <a:solidFill>
              <a:schemeClr val="tx1">
                <a:alpha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9C8E7C39-421B-D8FD-9B28-F2C2714AE6F4}"/>
              </a:ext>
            </a:extLst>
          </p:cNvPr>
          <p:cNvCxnSpPr>
            <a:cxnSpLocks/>
          </p:cNvCxnSpPr>
          <p:nvPr/>
        </p:nvCxnSpPr>
        <p:spPr>
          <a:xfrm>
            <a:off x="6651231" y="3047451"/>
            <a:ext cx="2986150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9A4BC32A-B3EA-69A0-41C1-353CD8EB51D9}"/>
              </a:ext>
            </a:extLst>
          </p:cNvPr>
          <p:cNvCxnSpPr>
            <a:cxnSpLocks/>
          </p:cNvCxnSpPr>
          <p:nvPr/>
        </p:nvCxnSpPr>
        <p:spPr>
          <a:xfrm>
            <a:off x="8168824" y="3040634"/>
            <a:ext cx="0" cy="2962403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95C491F-DA20-2856-0CF4-AD5927E704CC}"/>
              </a:ext>
            </a:extLst>
          </p:cNvPr>
          <p:cNvCxnSpPr>
            <a:cxnSpLocks/>
          </p:cNvCxnSpPr>
          <p:nvPr/>
        </p:nvCxnSpPr>
        <p:spPr>
          <a:xfrm>
            <a:off x="9617647" y="3050738"/>
            <a:ext cx="0" cy="2962403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116CD067-FCC5-DC7E-C888-B8948CA4DF7F}"/>
              </a:ext>
            </a:extLst>
          </p:cNvPr>
          <p:cNvCxnSpPr>
            <a:cxnSpLocks/>
          </p:cNvCxnSpPr>
          <p:nvPr/>
        </p:nvCxnSpPr>
        <p:spPr>
          <a:xfrm flipV="1">
            <a:off x="6651231" y="1159841"/>
            <a:ext cx="4971427" cy="2704381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D77BFF4F-84F8-5F20-99A6-F19802772A00}"/>
              </a:ext>
            </a:extLst>
          </p:cNvPr>
          <p:cNvCxnSpPr>
            <a:cxnSpLocks/>
          </p:cNvCxnSpPr>
          <p:nvPr/>
        </p:nvCxnSpPr>
        <p:spPr>
          <a:xfrm>
            <a:off x="6651231" y="1152383"/>
            <a:ext cx="4971427" cy="317807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extBox 47">
            <a:extLst>
              <a:ext uri="{FF2B5EF4-FFF2-40B4-BE49-F238E27FC236}">
                <a16:creationId xmlns:a16="http://schemas.microsoft.com/office/drawing/2014/main" id="{8CBCD81E-8923-08AB-CABF-92F62B662D3E}"/>
              </a:ext>
            </a:extLst>
          </p:cNvPr>
          <p:cNvSpPr txBox="1"/>
          <p:nvPr/>
        </p:nvSpPr>
        <p:spPr>
          <a:xfrm>
            <a:off x="2448955" y="426657"/>
            <a:ext cx="1506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English Cloth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B1B9313E-4B09-710D-AE9D-DDCACD119CAD}"/>
              </a:ext>
            </a:extLst>
          </p:cNvPr>
          <p:cNvSpPr txBox="1"/>
          <p:nvPr/>
        </p:nvSpPr>
        <p:spPr>
          <a:xfrm>
            <a:off x="8208894" y="426657"/>
            <a:ext cx="15064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English Wine</a:t>
            </a:r>
          </a:p>
        </p:txBody>
      </p:sp>
    </p:spTree>
    <p:extLst>
      <p:ext uri="{BB962C8B-B14F-4D97-AF65-F5344CB8AC3E}">
        <p14:creationId xmlns:p14="http://schemas.microsoft.com/office/powerpoint/2010/main" val="104760373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3E3380-B789-B95C-7E7B-545B4E0D52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A47D4C41-5C10-D66B-D91D-83ECD1D60969}"/>
              </a:ext>
            </a:extLst>
          </p:cNvPr>
          <p:cNvSpPr/>
          <p:nvPr/>
        </p:nvSpPr>
        <p:spPr>
          <a:xfrm flipV="1">
            <a:off x="3332640" y="2599387"/>
            <a:ext cx="2309309" cy="1261508"/>
          </a:xfrm>
          <a:prstGeom prst="triangle">
            <a:avLst>
              <a:gd name="adj" fmla="val 0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F188DFA8-AF8A-5EB7-B47E-8EFA017A5A6A}"/>
              </a:ext>
            </a:extLst>
          </p:cNvPr>
          <p:cNvSpPr/>
          <p:nvPr/>
        </p:nvSpPr>
        <p:spPr>
          <a:xfrm>
            <a:off x="3347703" y="1169417"/>
            <a:ext cx="2271412" cy="1442273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4E94B2C-F774-A70E-F622-6816579FB233}"/>
              </a:ext>
            </a:extLst>
          </p:cNvPr>
          <p:cNvCxnSpPr>
            <a:cxnSpLocks/>
          </p:cNvCxnSpPr>
          <p:nvPr/>
        </p:nvCxnSpPr>
        <p:spPr>
          <a:xfrm>
            <a:off x="3330348" y="1073132"/>
            <a:ext cx="0" cy="49353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F2EDC44-9A20-A726-6F61-3B592F926844}"/>
              </a:ext>
            </a:extLst>
          </p:cNvPr>
          <p:cNvCxnSpPr>
            <a:cxnSpLocks/>
          </p:cNvCxnSpPr>
          <p:nvPr/>
        </p:nvCxnSpPr>
        <p:spPr>
          <a:xfrm flipH="1">
            <a:off x="3324870" y="6003037"/>
            <a:ext cx="511096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110EE56-5DF3-502A-2E01-DADBF2DFABD9}"/>
              </a:ext>
            </a:extLst>
          </p:cNvPr>
          <p:cNvCxnSpPr>
            <a:cxnSpLocks/>
          </p:cNvCxnSpPr>
          <p:nvPr/>
        </p:nvCxnSpPr>
        <p:spPr>
          <a:xfrm flipV="1">
            <a:off x="3332953" y="1159841"/>
            <a:ext cx="4971427" cy="2704381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186E63E-B736-E138-F1DC-DDAA228643A0}"/>
              </a:ext>
            </a:extLst>
          </p:cNvPr>
          <p:cNvCxnSpPr>
            <a:cxnSpLocks/>
          </p:cNvCxnSpPr>
          <p:nvPr/>
        </p:nvCxnSpPr>
        <p:spPr>
          <a:xfrm>
            <a:off x="3332953" y="1152383"/>
            <a:ext cx="4971427" cy="317807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1951D197-43C5-24E9-B592-769EA3BE400B}"/>
              </a:ext>
            </a:extLst>
          </p:cNvPr>
          <p:cNvSpPr txBox="1"/>
          <p:nvPr/>
        </p:nvSpPr>
        <p:spPr>
          <a:xfrm>
            <a:off x="3107319" y="790509"/>
            <a:ext cx="3091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06FF7FF-822A-98C3-B844-70D3DF9A1516}"/>
              </a:ext>
            </a:extLst>
          </p:cNvPr>
          <p:cNvSpPr txBox="1"/>
          <p:nvPr/>
        </p:nvSpPr>
        <p:spPr>
          <a:xfrm>
            <a:off x="8423000" y="5818371"/>
            <a:ext cx="361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136B1618-4EF8-E8C5-FF99-91308B6D0B45}"/>
              </a:ext>
            </a:extLst>
          </p:cNvPr>
          <p:cNvSpPr txBox="1"/>
          <p:nvPr/>
        </p:nvSpPr>
        <p:spPr>
          <a:xfrm>
            <a:off x="7928837" y="928092"/>
            <a:ext cx="3145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D707BB58-8D8F-2B60-54F4-215DB7A59A1C}"/>
              </a:ext>
            </a:extLst>
          </p:cNvPr>
          <p:cNvSpPr txBox="1"/>
          <p:nvPr/>
        </p:nvSpPr>
        <p:spPr>
          <a:xfrm>
            <a:off x="7969638" y="3771889"/>
            <a:ext cx="421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0321CA25-38D8-D16B-33B0-9711305ECCE8}"/>
              </a:ext>
            </a:extLst>
          </p:cNvPr>
          <p:cNvCxnSpPr>
            <a:cxnSpLocks/>
          </p:cNvCxnSpPr>
          <p:nvPr/>
        </p:nvCxnSpPr>
        <p:spPr>
          <a:xfrm>
            <a:off x="3324870" y="2611690"/>
            <a:ext cx="2326350" cy="3328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F30A4D7E-0CF7-024B-CF77-84D335C012B1}"/>
              </a:ext>
            </a:extLst>
          </p:cNvPr>
          <p:cNvCxnSpPr>
            <a:cxnSpLocks/>
          </p:cNvCxnSpPr>
          <p:nvPr/>
        </p:nvCxnSpPr>
        <p:spPr>
          <a:xfrm>
            <a:off x="5636470" y="2611690"/>
            <a:ext cx="14751" cy="3402304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C152CA9C-21C2-C169-AFAB-68BD75AF4004}"/>
                  </a:ext>
                </a:extLst>
              </p:cNvPr>
              <p:cNvSpPr txBox="1"/>
              <p:nvPr/>
            </p:nvSpPr>
            <p:spPr>
              <a:xfrm>
                <a:off x="2912118" y="2423690"/>
                <a:ext cx="504386" cy="3990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/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C152CA9C-21C2-C169-AFAB-68BD75AF400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2118" y="2423690"/>
                <a:ext cx="504386" cy="39908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0040E482-F4E0-3BA3-9C3C-7B5408F86CE9}"/>
                  </a:ext>
                </a:extLst>
              </p:cNvPr>
              <p:cNvSpPr txBox="1"/>
              <p:nvPr/>
            </p:nvSpPr>
            <p:spPr>
              <a:xfrm>
                <a:off x="5432201" y="6026297"/>
                <a:ext cx="438039" cy="30675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/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0040E482-F4E0-3BA3-9C3C-7B5408F86CE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2201" y="6026297"/>
                <a:ext cx="438039" cy="306751"/>
              </a:xfrm>
              <a:prstGeom prst="rect">
                <a:avLst/>
              </a:prstGeom>
              <a:blipFill>
                <a:blip r:embed="rId3"/>
                <a:stretch>
                  <a:fillRect l="-9722" b="-2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4E01D7D-A793-C4F5-8A1A-6360A47B381F}"/>
                  </a:ext>
                </a:extLst>
              </p:cNvPr>
              <p:cNvSpPr txBox="1"/>
              <p:nvPr/>
            </p:nvSpPr>
            <p:spPr>
              <a:xfrm>
                <a:off x="3740136" y="1986341"/>
                <a:ext cx="461088" cy="30675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𝐶𝑆</m:t>
                          </m:r>
                        </m:e>
                        <m:sub/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4E01D7D-A793-C4F5-8A1A-6360A47B381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0136" y="1986341"/>
                <a:ext cx="461088" cy="306751"/>
              </a:xfrm>
              <a:prstGeom prst="rect">
                <a:avLst/>
              </a:prstGeom>
              <a:blipFill>
                <a:blip r:embed="rId4"/>
                <a:stretch>
                  <a:fillRect l="-13333" r="-2667"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6E5072EE-83CD-F4DC-342B-7A393E03BFDA}"/>
                  </a:ext>
                </a:extLst>
              </p:cNvPr>
              <p:cNvSpPr txBox="1"/>
              <p:nvPr/>
            </p:nvSpPr>
            <p:spPr>
              <a:xfrm>
                <a:off x="3744538" y="2862156"/>
                <a:ext cx="465897" cy="306751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𝑃𝑆</m:t>
                          </m:r>
                        </m:e>
                        <m:sub/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6E5072EE-83CD-F4DC-342B-7A393E03BF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44538" y="2862156"/>
                <a:ext cx="465897" cy="306751"/>
              </a:xfrm>
              <a:prstGeom prst="rect">
                <a:avLst/>
              </a:prstGeom>
              <a:blipFill>
                <a:blip r:embed="rId5"/>
                <a:stretch>
                  <a:fillRect l="-11688" r="-1299"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06987C8-B2F9-CED2-7B9C-C78747F94168}"/>
                  </a:ext>
                </a:extLst>
              </p:cNvPr>
              <p:cNvSpPr txBox="1"/>
              <p:nvPr/>
            </p:nvSpPr>
            <p:spPr>
              <a:xfrm>
                <a:off x="2659925" y="3140446"/>
                <a:ext cx="504386" cy="3991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/>
                        <m:sup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𝑅𝑜𝑊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206987C8-B2F9-CED2-7B9C-C78747F9416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9925" y="3140446"/>
                <a:ext cx="504386" cy="399148"/>
              </a:xfrm>
              <a:prstGeom prst="rect">
                <a:avLst/>
              </a:prstGeom>
              <a:blipFill>
                <a:blip r:embed="rId6"/>
                <a:stretch>
                  <a:fillRect r="-313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CF708BF0-76FB-BD4A-DCE8-FCE5ABA0A49C}"/>
              </a:ext>
            </a:extLst>
          </p:cNvPr>
          <p:cNvCxnSpPr>
            <a:cxnSpLocks/>
          </p:cNvCxnSpPr>
          <p:nvPr/>
        </p:nvCxnSpPr>
        <p:spPr>
          <a:xfrm>
            <a:off x="3347703" y="3352251"/>
            <a:ext cx="3392840" cy="0"/>
          </a:xfrm>
          <a:prstGeom prst="line">
            <a:avLst/>
          </a:prstGeom>
          <a:ln>
            <a:solidFill>
              <a:schemeClr val="tx1">
                <a:alpha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31B84C59-3018-83D4-6D1D-839DC14E0583}"/>
              </a:ext>
            </a:extLst>
          </p:cNvPr>
          <p:cNvSpPr txBox="1"/>
          <p:nvPr/>
        </p:nvSpPr>
        <p:spPr>
          <a:xfrm>
            <a:off x="4902430" y="703800"/>
            <a:ext cx="1490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Automobiles</a:t>
            </a:r>
          </a:p>
        </p:txBody>
      </p:sp>
    </p:spTree>
    <p:extLst>
      <p:ext uri="{BB962C8B-B14F-4D97-AF65-F5344CB8AC3E}">
        <p14:creationId xmlns:p14="http://schemas.microsoft.com/office/powerpoint/2010/main" val="10538280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D1CDB2-2A26-66DA-40D8-FB96EB6FC8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FBF8C42C-4719-EFEF-44B6-66A9FAD65454}"/>
              </a:ext>
            </a:extLst>
          </p:cNvPr>
          <p:cNvSpPr/>
          <p:nvPr/>
        </p:nvSpPr>
        <p:spPr>
          <a:xfrm flipV="1">
            <a:off x="3332641" y="3355579"/>
            <a:ext cx="932940" cy="505316"/>
          </a:xfrm>
          <a:prstGeom prst="triangle">
            <a:avLst>
              <a:gd name="adj" fmla="val 0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107904A4-677E-F33B-9681-791A7C05699F}"/>
              </a:ext>
            </a:extLst>
          </p:cNvPr>
          <p:cNvSpPr/>
          <p:nvPr/>
        </p:nvSpPr>
        <p:spPr>
          <a:xfrm>
            <a:off x="3340330" y="1162839"/>
            <a:ext cx="3439682" cy="2197444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F2C188D1-F376-17DF-12C4-021BA18218C1}"/>
              </a:ext>
            </a:extLst>
          </p:cNvPr>
          <p:cNvCxnSpPr>
            <a:cxnSpLocks/>
          </p:cNvCxnSpPr>
          <p:nvPr/>
        </p:nvCxnSpPr>
        <p:spPr>
          <a:xfrm>
            <a:off x="3330348" y="1073132"/>
            <a:ext cx="0" cy="49353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1F8447D0-06C8-8E60-454C-3178D440E5A8}"/>
              </a:ext>
            </a:extLst>
          </p:cNvPr>
          <p:cNvCxnSpPr>
            <a:cxnSpLocks/>
          </p:cNvCxnSpPr>
          <p:nvPr/>
        </p:nvCxnSpPr>
        <p:spPr>
          <a:xfrm flipH="1">
            <a:off x="3324870" y="6003037"/>
            <a:ext cx="511096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2562C7-9382-92DE-4479-124E7E45B234}"/>
              </a:ext>
            </a:extLst>
          </p:cNvPr>
          <p:cNvCxnSpPr>
            <a:cxnSpLocks/>
          </p:cNvCxnSpPr>
          <p:nvPr/>
        </p:nvCxnSpPr>
        <p:spPr>
          <a:xfrm flipV="1">
            <a:off x="3332953" y="1159841"/>
            <a:ext cx="4971427" cy="2704381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A501A42-87C9-C3D1-B71F-351055D0BFFE}"/>
              </a:ext>
            </a:extLst>
          </p:cNvPr>
          <p:cNvCxnSpPr>
            <a:cxnSpLocks/>
          </p:cNvCxnSpPr>
          <p:nvPr/>
        </p:nvCxnSpPr>
        <p:spPr>
          <a:xfrm>
            <a:off x="3332953" y="1152383"/>
            <a:ext cx="4971427" cy="317807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832FE966-029D-E5EF-4065-DE7949355D36}"/>
              </a:ext>
            </a:extLst>
          </p:cNvPr>
          <p:cNvSpPr txBox="1"/>
          <p:nvPr/>
        </p:nvSpPr>
        <p:spPr>
          <a:xfrm>
            <a:off x="3107319" y="790509"/>
            <a:ext cx="3091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8D53F6A-3889-D62B-F0AC-7065ADB37CA1}"/>
              </a:ext>
            </a:extLst>
          </p:cNvPr>
          <p:cNvSpPr txBox="1"/>
          <p:nvPr/>
        </p:nvSpPr>
        <p:spPr>
          <a:xfrm>
            <a:off x="8423000" y="5818371"/>
            <a:ext cx="361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99366B2-D8D7-D70A-4255-18401E0D0174}"/>
              </a:ext>
            </a:extLst>
          </p:cNvPr>
          <p:cNvSpPr txBox="1"/>
          <p:nvPr/>
        </p:nvSpPr>
        <p:spPr>
          <a:xfrm>
            <a:off x="7928837" y="928092"/>
            <a:ext cx="3145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D40D7B7-4C77-8BC8-C728-3089CDFD2505}"/>
              </a:ext>
            </a:extLst>
          </p:cNvPr>
          <p:cNvSpPr txBox="1"/>
          <p:nvPr/>
        </p:nvSpPr>
        <p:spPr>
          <a:xfrm>
            <a:off x="7969638" y="3771889"/>
            <a:ext cx="421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0E980A87-97C5-3B34-6E10-9D40F2FF1EA2}"/>
              </a:ext>
            </a:extLst>
          </p:cNvPr>
          <p:cNvCxnSpPr>
            <a:cxnSpLocks/>
          </p:cNvCxnSpPr>
          <p:nvPr/>
        </p:nvCxnSpPr>
        <p:spPr>
          <a:xfrm>
            <a:off x="3324870" y="2611690"/>
            <a:ext cx="2326350" cy="3328"/>
          </a:xfrm>
          <a:prstGeom prst="line">
            <a:avLst/>
          </a:prstGeom>
          <a:ln>
            <a:solidFill>
              <a:schemeClr val="tx1">
                <a:alpha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51F5A551-CCEC-D7C9-D1DC-745F176BA0F7}"/>
              </a:ext>
            </a:extLst>
          </p:cNvPr>
          <p:cNvCxnSpPr>
            <a:cxnSpLocks/>
          </p:cNvCxnSpPr>
          <p:nvPr/>
        </p:nvCxnSpPr>
        <p:spPr>
          <a:xfrm>
            <a:off x="5636470" y="2611690"/>
            <a:ext cx="14751" cy="3402304"/>
          </a:xfrm>
          <a:prstGeom prst="line">
            <a:avLst/>
          </a:prstGeom>
          <a:ln>
            <a:solidFill>
              <a:schemeClr val="tx1">
                <a:alpha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C6701BBC-2C04-395B-F844-00F82E21876D}"/>
                  </a:ext>
                </a:extLst>
              </p:cNvPr>
              <p:cNvSpPr txBox="1"/>
              <p:nvPr/>
            </p:nvSpPr>
            <p:spPr>
              <a:xfrm>
                <a:off x="2912118" y="2423690"/>
                <a:ext cx="504386" cy="3990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/>
                        <m:sup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C6701BBC-2C04-395B-F844-00F82E2187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2118" y="2423690"/>
                <a:ext cx="504386" cy="39908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3773F7BF-12E2-B590-4BC0-62AC461640A8}"/>
                  </a:ext>
                </a:extLst>
              </p:cNvPr>
              <p:cNvSpPr txBox="1"/>
              <p:nvPr/>
            </p:nvSpPr>
            <p:spPr>
              <a:xfrm>
                <a:off x="5432201" y="6026297"/>
                <a:ext cx="438039" cy="30675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/>
                        <m:sup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3773F7BF-12E2-B590-4BC0-62AC461640A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2201" y="6026297"/>
                <a:ext cx="438039" cy="306751"/>
              </a:xfrm>
              <a:prstGeom prst="rect">
                <a:avLst/>
              </a:prstGeom>
              <a:blipFill>
                <a:blip r:embed="rId3"/>
                <a:stretch>
                  <a:fillRect l="-9722" b="-2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B047C02-83E4-AF80-C9D0-FD6F3101716C}"/>
                  </a:ext>
                </a:extLst>
              </p:cNvPr>
              <p:cNvSpPr txBox="1"/>
              <p:nvPr/>
            </p:nvSpPr>
            <p:spPr>
              <a:xfrm>
                <a:off x="3834734" y="2182021"/>
                <a:ext cx="542584" cy="3053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𝐶𝑆</m:t>
                          </m:r>
                        </m:e>
                        <m:sub/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𝐹𝑇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B047C02-83E4-AF80-C9D0-FD6F3101716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4734" y="2182021"/>
                <a:ext cx="542584" cy="305340"/>
              </a:xfrm>
              <a:prstGeom prst="rect">
                <a:avLst/>
              </a:prstGeom>
              <a:blipFill>
                <a:blip r:embed="rId4"/>
                <a:stretch>
                  <a:fillRect l="-10112" r="-3371"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A526533-A1E6-9719-C105-68FF2DB24F7F}"/>
                  </a:ext>
                </a:extLst>
              </p:cNvPr>
              <p:cNvSpPr txBox="1"/>
              <p:nvPr/>
            </p:nvSpPr>
            <p:spPr>
              <a:xfrm>
                <a:off x="3376969" y="3383542"/>
                <a:ext cx="547394" cy="3053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𝑃𝑆</m:t>
                          </m:r>
                        </m:e>
                        <m:sub/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𝐹𝑇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AA526533-A1E6-9719-C105-68FF2DB24F7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6969" y="3383542"/>
                <a:ext cx="547394" cy="305340"/>
              </a:xfrm>
              <a:prstGeom prst="rect">
                <a:avLst/>
              </a:prstGeom>
              <a:blipFill>
                <a:blip r:embed="rId5"/>
                <a:stretch>
                  <a:fillRect l="-11111" r="-3333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4E24468-D59E-66A1-1648-AFA7953CADFB}"/>
                  </a:ext>
                </a:extLst>
              </p:cNvPr>
              <p:cNvSpPr txBox="1"/>
              <p:nvPr/>
            </p:nvSpPr>
            <p:spPr>
              <a:xfrm>
                <a:off x="2659925" y="3140446"/>
                <a:ext cx="504386" cy="3991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/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𝑅𝑜𝑊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A4E24468-D59E-66A1-1648-AFA7953CADF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9925" y="3140446"/>
                <a:ext cx="504386" cy="399148"/>
              </a:xfrm>
              <a:prstGeom prst="rect">
                <a:avLst/>
              </a:prstGeom>
              <a:blipFill>
                <a:blip r:embed="rId6"/>
                <a:stretch>
                  <a:fillRect r="-313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7FE6C01-0482-9BD6-E262-614AEEC1E8DD}"/>
              </a:ext>
            </a:extLst>
          </p:cNvPr>
          <p:cNvCxnSpPr>
            <a:cxnSpLocks/>
          </p:cNvCxnSpPr>
          <p:nvPr/>
        </p:nvCxnSpPr>
        <p:spPr>
          <a:xfrm>
            <a:off x="3347703" y="3352251"/>
            <a:ext cx="3392840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B09C035-6B6E-0B1D-9A27-C80620B5F846}"/>
              </a:ext>
            </a:extLst>
          </p:cNvPr>
          <p:cNvCxnSpPr>
            <a:cxnSpLocks/>
          </p:cNvCxnSpPr>
          <p:nvPr/>
        </p:nvCxnSpPr>
        <p:spPr>
          <a:xfrm>
            <a:off x="4282935" y="3352251"/>
            <a:ext cx="0" cy="2650786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98C0719-AC03-89C1-9C69-1215D68C42E4}"/>
              </a:ext>
            </a:extLst>
          </p:cNvPr>
          <p:cNvCxnSpPr>
            <a:cxnSpLocks/>
          </p:cNvCxnSpPr>
          <p:nvPr/>
        </p:nvCxnSpPr>
        <p:spPr>
          <a:xfrm>
            <a:off x="6760277" y="3345673"/>
            <a:ext cx="0" cy="2650786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E125896-DFC8-F047-B4EA-E87616B49412}"/>
                  </a:ext>
                </a:extLst>
              </p:cNvPr>
              <p:cNvSpPr txBox="1"/>
              <p:nvPr/>
            </p:nvSpPr>
            <p:spPr>
              <a:xfrm>
                <a:off x="4063915" y="6026297"/>
                <a:ext cx="438039" cy="28437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𝐹𝑇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E125896-DFC8-F047-B4EA-E87616B494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3915" y="6026297"/>
                <a:ext cx="438039" cy="284373"/>
              </a:xfrm>
              <a:prstGeom prst="rect">
                <a:avLst/>
              </a:prstGeom>
              <a:blipFill>
                <a:blip r:embed="rId7"/>
                <a:stretch>
                  <a:fillRect l="-18056" t="-2174" r="-2778" b="-30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5D0DC8F-703A-FC4B-04F3-956F336F1948}"/>
                  </a:ext>
                </a:extLst>
              </p:cNvPr>
              <p:cNvSpPr txBox="1"/>
              <p:nvPr/>
            </p:nvSpPr>
            <p:spPr>
              <a:xfrm>
                <a:off x="6521523" y="6026297"/>
                <a:ext cx="438039" cy="28097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𝐹𝑇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C5D0DC8F-703A-FC4B-04F3-956F336F19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1523" y="6026297"/>
                <a:ext cx="438039" cy="280974"/>
              </a:xfrm>
              <a:prstGeom prst="rect">
                <a:avLst/>
              </a:prstGeom>
              <a:blipFill>
                <a:blip r:embed="rId8"/>
                <a:stretch>
                  <a:fillRect l="-18056" r="-2778" b="-30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DD360385-52A1-2E4F-F8C5-A72B3D28E8C2}"/>
              </a:ext>
            </a:extLst>
          </p:cNvPr>
          <p:cNvSpPr txBox="1"/>
          <p:nvPr/>
        </p:nvSpPr>
        <p:spPr>
          <a:xfrm>
            <a:off x="4902430" y="703800"/>
            <a:ext cx="1490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Automobiles</a:t>
            </a:r>
          </a:p>
        </p:txBody>
      </p:sp>
    </p:spTree>
    <p:extLst>
      <p:ext uri="{BB962C8B-B14F-4D97-AF65-F5344CB8AC3E}">
        <p14:creationId xmlns:p14="http://schemas.microsoft.com/office/powerpoint/2010/main" val="3929049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41F4A-6F5D-3B3D-93FB-FCA9333F61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7D4096F-1710-0E3B-B113-1F5AC91E3080}"/>
              </a:ext>
            </a:extLst>
          </p:cNvPr>
          <p:cNvCxnSpPr>
            <a:cxnSpLocks/>
          </p:cNvCxnSpPr>
          <p:nvPr/>
        </p:nvCxnSpPr>
        <p:spPr>
          <a:xfrm>
            <a:off x="3330348" y="1073132"/>
            <a:ext cx="0" cy="49353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B58CCDB-8F14-CA03-A988-0CE3C49B7E42}"/>
              </a:ext>
            </a:extLst>
          </p:cNvPr>
          <p:cNvCxnSpPr>
            <a:cxnSpLocks/>
          </p:cNvCxnSpPr>
          <p:nvPr/>
        </p:nvCxnSpPr>
        <p:spPr>
          <a:xfrm flipH="1">
            <a:off x="3324870" y="6003037"/>
            <a:ext cx="511096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2F5B9701-1CF6-291A-761B-9FAF46B16361}"/>
              </a:ext>
            </a:extLst>
          </p:cNvPr>
          <p:cNvCxnSpPr>
            <a:cxnSpLocks/>
          </p:cNvCxnSpPr>
          <p:nvPr/>
        </p:nvCxnSpPr>
        <p:spPr>
          <a:xfrm flipV="1">
            <a:off x="3332953" y="1159841"/>
            <a:ext cx="4971427" cy="2704381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AC5DBB4A-A846-9B13-972A-16DA984F28D0}"/>
              </a:ext>
            </a:extLst>
          </p:cNvPr>
          <p:cNvCxnSpPr>
            <a:cxnSpLocks/>
          </p:cNvCxnSpPr>
          <p:nvPr/>
        </p:nvCxnSpPr>
        <p:spPr>
          <a:xfrm>
            <a:off x="3332953" y="1152383"/>
            <a:ext cx="4971427" cy="317807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BC574CAA-7A42-3C74-D1D3-CFE162097DEE}"/>
              </a:ext>
            </a:extLst>
          </p:cNvPr>
          <p:cNvSpPr txBox="1"/>
          <p:nvPr/>
        </p:nvSpPr>
        <p:spPr>
          <a:xfrm>
            <a:off x="3107319" y="790509"/>
            <a:ext cx="3091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DD9EED6-748D-BC98-3A53-46923D4069E9}"/>
              </a:ext>
            </a:extLst>
          </p:cNvPr>
          <p:cNvSpPr txBox="1"/>
          <p:nvPr/>
        </p:nvSpPr>
        <p:spPr>
          <a:xfrm>
            <a:off x="8423000" y="5818371"/>
            <a:ext cx="361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01FA172-81F1-BBAC-7386-9FA0E622E0EA}"/>
              </a:ext>
            </a:extLst>
          </p:cNvPr>
          <p:cNvSpPr txBox="1"/>
          <p:nvPr/>
        </p:nvSpPr>
        <p:spPr>
          <a:xfrm>
            <a:off x="7928837" y="928092"/>
            <a:ext cx="3145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F132D7A-869F-C2E3-7AA1-4052A820DA20}"/>
              </a:ext>
            </a:extLst>
          </p:cNvPr>
          <p:cNvSpPr txBox="1"/>
          <p:nvPr/>
        </p:nvSpPr>
        <p:spPr>
          <a:xfrm>
            <a:off x="7969638" y="3771889"/>
            <a:ext cx="421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4D1396D4-E45F-D642-B13C-34AB1F3169E0}"/>
              </a:ext>
            </a:extLst>
          </p:cNvPr>
          <p:cNvCxnSpPr>
            <a:cxnSpLocks/>
          </p:cNvCxnSpPr>
          <p:nvPr/>
        </p:nvCxnSpPr>
        <p:spPr>
          <a:xfrm>
            <a:off x="3324870" y="2611690"/>
            <a:ext cx="2326350" cy="3328"/>
          </a:xfrm>
          <a:prstGeom prst="line">
            <a:avLst/>
          </a:prstGeom>
          <a:ln>
            <a:solidFill>
              <a:schemeClr val="tx1">
                <a:alpha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8D804240-0125-4A44-5628-0DAEC17D2160}"/>
              </a:ext>
            </a:extLst>
          </p:cNvPr>
          <p:cNvCxnSpPr>
            <a:cxnSpLocks/>
          </p:cNvCxnSpPr>
          <p:nvPr/>
        </p:nvCxnSpPr>
        <p:spPr>
          <a:xfrm>
            <a:off x="5636470" y="2611690"/>
            <a:ext cx="14751" cy="3402304"/>
          </a:xfrm>
          <a:prstGeom prst="line">
            <a:avLst/>
          </a:prstGeom>
          <a:ln>
            <a:solidFill>
              <a:schemeClr val="tx1">
                <a:alpha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677769BC-9E95-12BF-4C88-674F812F3716}"/>
                  </a:ext>
                </a:extLst>
              </p:cNvPr>
              <p:cNvSpPr txBox="1"/>
              <p:nvPr/>
            </p:nvSpPr>
            <p:spPr>
              <a:xfrm>
                <a:off x="2912118" y="2423690"/>
                <a:ext cx="504386" cy="3990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/>
                        <m:sup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677769BC-9E95-12BF-4C88-674F812F371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2118" y="2423690"/>
                <a:ext cx="504386" cy="39908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D0C1368F-1885-32F6-0B60-521627116C40}"/>
                  </a:ext>
                </a:extLst>
              </p:cNvPr>
              <p:cNvSpPr txBox="1"/>
              <p:nvPr/>
            </p:nvSpPr>
            <p:spPr>
              <a:xfrm>
                <a:off x="5432201" y="6026297"/>
                <a:ext cx="438039" cy="30675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/>
                        <m:sup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D0C1368F-1885-32F6-0B60-521627116C4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2201" y="6026297"/>
                <a:ext cx="438039" cy="306751"/>
              </a:xfrm>
              <a:prstGeom prst="rect">
                <a:avLst/>
              </a:prstGeom>
              <a:blipFill>
                <a:blip r:embed="rId3"/>
                <a:stretch>
                  <a:fillRect l="-9722" b="-2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7FA7EE2-8EA7-BF0D-C485-490DC2493A69}"/>
                  </a:ext>
                </a:extLst>
              </p:cNvPr>
              <p:cNvSpPr txBox="1"/>
              <p:nvPr/>
            </p:nvSpPr>
            <p:spPr>
              <a:xfrm>
                <a:off x="2659925" y="3140446"/>
                <a:ext cx="504386" cy="3991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/>
                        <m:sup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𝑅𝑜𝑊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7FA7EE2-8EA7-BF0D-C485-490DC2493A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9925" y="3140446"/>
                <a:ext cx="504386" cy="399148"/>
              </a:xfrm>
              <a:prstGeom prst="rect">
                <a:avLst/>
              </a:prstGeom>
              <a:blipFill>
                <a:blip r:embed="rId4"/>
                <a:stretch>
                  <a:fillRect r="-313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512A879E-7D78-34BE-98F4-DE5C97A9D90A}"/>
              </a:ext>
            </a:extLst>
          </p:cNvPr>
          <p:cNvCxnSpPr>
            <a:cxnSpLocks/>
          </p:cNvCxnSpPr>
          <p:nvPr/>
        </p:nvCxnSpPr>
        <p:spPr>
          <a:xfrm>
            <a:off x="3347703" y="3352251"/>
            <a:ext cx="3392840" cy="0"/>
          </a:xfrm>
          <a:prstGeom prst="line">
            <a:avLst/>
          </a:prstGeom>
          <a:ln>
            <a:solidFill>
              <a:schemeClr val="tx1">
                <a:alpha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CB91E3D0-0DC3-95DB-0038-0599A6468AC1}"/>
              </a:ext>
            </a:extLst>
          </p:cNvPr>
          <p:cNvCxnSpPr>
            <a:cxnSpLocks/>
          </p:cNvCxnSpPr>
          <p:nvPr/>
        </p:nvCxnSpPr>
        <p:spPr>
          <a:xfrm>
            <a:off x="4282935" y="3352251"/>
            <a:ext cx="0" cy="2650786"/>
          </a:xfrm>
          <a:prstGeom prst="line">
            <a:avLst/>
          </a:prstGeom>
          <a:ln>
            <a:solidFill>
              <a:schemeClr val="tx1">
                <a:alpha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4595E9CA-5B3F-A3D2-5BCD-AB8412873E74}"/>
              </a:ext>
            </a:extLst>
          </p:cNvPr>
          <p:cNvCxnSpPr>
            <a:cxnSpLocks/>
          </p:cNvCxnSpPr>
          <p:nvPr/>
        </p:nvCxnSpPr>
        <p:spPr>
          <a:xfrm>
            <a:off x="6760277" y="3345673"/>
            <a:ext cx="0" cy="2650786"/>
          </a:xfrm>
          <a:prstGeom prst="line">
            <a:avLst/>
          </a:prstGeom>
          <a:ln>
            <a:solidFill>
              <a:schemeClr val="tx1">
                <a:alpha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FAC5EDC-CE37-E4FC-378C-E381EA8516EC}"/>
                  </a:ext>
                </a:extLst>
              </p:cNvPr>
              <p:cNvSpPr txBox="1"/>
              <p:nvPr/>
            </p:nvSpPr>
            <p:spPr>
              <a:xfrm>
                <a:off x="4063915" y="6026297"/>
                <a:ext cx="438039" cy="28437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𝐹𝑇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BFAC5EDC-CE37-E4FC-378C-E381EA8516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3915" y="6026297"/>
                <a:ext cx="438039" cy="284373"/>
              </a:xfrm>
              <a:prstGeom prst="rect">
                <a:avLst/>
              </a:prstGeom>
              <a:blipFill>
                <a:blip r:embed="rId5"/>
                <a:stretch>
                  <a:fillRect l="-18056" t="-2174" r="-2778" b="-30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9591871-50B5-0CC4-FA94-09C1F2E05E6A}"/>
                  </a:ext>
                </a:extLst>
              </p:cNvPr>
              <p:cNvSpPr txBox="1"/>
              <p:nvPr/>
            </p:nvSpPr>
            <p:spPr>
              <a:xfrm>
                <a:off x="6521523" y="6026297"/>
                <a:ext cx="438039" cy="28097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𝐹𝑇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9591871-50B5-0CC4-FA94-09C1F2E05E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1523" y="6026297"/>
                <a:ext cx="438039" cy="280974"/>
              </a:xfrm>
              <a:prstGeom prst="rect">
                <a:avLst/>
              </a:prstGeom>
              <a:blipFill>
                <a:blip r:embed="rId6"/>
                <a:stretch>
                  <a:fillRect l="-18056" r="-2778" b="-30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7D5C389-ACF7-808F-FB4F-FDB69549D955}"/>
                  </a:ext>
                </a:extLst>
              </p:cNvPr>
              <p:cNvSpPr txBox="1"/>
              <p:nvPr/>
            </p:nvSpPr>
            <p:spPr>
              <a:xfrm>
                <a:off x="2912118" y="2802609"/>
                <a:ext cx="504386" cy="3976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/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77D5C389-ACF7-808F-FB4F-FDB69549D95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2118" y="2802609"/>
                <a:ext cx="504386" cy="39767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77C5950-2338-35C9-ED7E-1C3CD618CFED}"/>
              </a:ext>
            </a:extLst>
          </p:cNvPr>
          <p:cNvCxnSpPr>
            <a:cxnSpLocks/>
          </p:cNvCxnSpPr>
          <p:nvPr/>
        </p:nvCxnSpPr>
        <p:spPr>
          <a:xfrm flipV="1">
            <a:off x="3327744" y="3016838"/>
            <a:ext cx="2929282" cy="6479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EB91EC60-FD41-F44C-E692-1861DD10B2A4}"/>
              </a:ext>
            </a:extLst>
          </p:cNvPr>
          <p:cNvSpPr txBox="1"/>
          <p:nvPr/>
        </p:nvSpPr>
        <p:spPr>
          <a:xfrm>
            <a:off x="4902430" y="703800"/>
            <a:ext cx="1490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Automobiles</a:t>
            </a:r>
          </a:p>
        </p:txBody>
      </p:sp>
    </p:spTree>
    <p:extLst>
      <p:ext uri="{BB962C8B-B14F-4D97-AF65-F5344CB8AC3E}">
        <p14:creationId xmlns:p14="http://schemas.microsoft.com/office/powerpoint/2010/main" val="34891255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193EA8-F62D-06F0-5C02-0C0E7B41E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5358505A-57DE-0D09-DE1D-AF8E67201C09}"/>
              </a:ext>
            </a:extLst>
          </p:cNvPr>
          <p:cNvCxnSpPr>
            <a:cxnSpLocks/>
          </p:cNvCxnSpPr>
          <p:nvPr/>
        </p:nvCxnSpPr>
        <p:spPr>
          <a:xfrm>
            <a:off x="3330348" y="1073132"/>
            <a:ext cx="0" cy="49353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D3F8CF87-2B72-75A5-F60E-227F7F47C941}"/>
              </a:ext>
            </a:extLst>
          </p:cNvPr>
          <p:cNvCxnSpPr>
            <a:cxnSpLocks/>
          </p:cNvCxnSpPr>
          <p:nvPr/>
        </p:nvCxnSpPr>
        <p:spPr>
          <a:xfrm flipH="1">
            <a:off x="3324870" y="6003037"/>
            <a:ext cx="511096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681B7B9C-FD0A-15E1-9660-87BB0B9907E7}"/>
              </a:ext>
            </a:extLst>
          </p:cNvPr>
          <p:cNvCxnSpPr>
            <a:cxnSpLocks/>
          </p:cNvCxnSpPr>
          <p:nvPr/>
        </p:nvCxnSpPr>
        <p:spPr>
          <a:xfrm flipV="1">
            <a:off x="3332953" y="1159841"/>
            <a:ext cx="4971427" cy="2704381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C292FB75-B5E8-AFEA-9561-1AE53E2A9E96}"/>
              </a:ext>
            </a:extLst>
          </p:cNvPr>
          <p:cNvCxnSpPr>
            <a:cxnSpLocks/>
          </p:cNvCxnSpPr>
          <p:nvPr/>
        </p:nvCxnSpPr>
        <p:spPr>
          <a:xfrm>
            <a:off x="3332953" y="1152383"/>
            <a:ext cx="4971427" cy="317807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0BEA66BC-DA7F-807E-D040-D9331B560569}"/>
              </a:ext>
            </a:extLst>
          </p:cNvPr>
          <p:cNvSpPr txBox="1"/>
          <p:nvPr/>
        </p:nvSpPr>
        <p:spPr>
          <a:xfrm>
            <a:off x="3107319" y="790509"/>
            <a:ext cx="3091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F1D310E-F941-177E-8FA7-6E4C6E2C9B75}"/>
              </a:ext>
            </a:extLst>
          </p:cNvPr>
          <p:cNvSpPr txBox="1"/>
          <p:nvPr/>
        </p:nvSpPr>
        <p:spPr>
          <a:xfrm>
            <a:off x="8423000" y="5818371"/>
            <a:ext cx="361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1D9A492-EDAF-139B-C8E2-B6CB2C2743A6}"/>
              </a:ext>
            </a:extLst>
          </p:cNvPr>
          <p:cNvSpPr txBox="1"/>
          <p:nvPr/>
        </p:nvSpPr>
        <p:spPr>
          <a:xfrm>
            <a:off x="7928837" y="928092"/>
            <a:ext cx="3145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3C815194-2C7D-C4C6-FD1A-6581E08E364E}"/>
              </a:ext>
            </a:extLst>
          </p:cNvPr>
          <p:cNvSpPr txBox="1"/>
          <p:nvPr/>
        </p:nvSpPr>
        <p:spPr>
          <a:xfrm>
            <a:off x="7969638" y="3771889"/>
            <a:ext cx="421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E4B5768B-9253-224D-2D6B-EC5530B9F19C}"/>
              </a:ext>
            </a:extLst>
          </p:cNvPr>
          <p:cNvCxnSpPr>
            <a:cxnSpLocks/>
          </p:cNvCxnSpPr>
          <p:nvPr/>
        </p:nvCxnSpPr>
        <p:spPr>
          <a:xfrm>
            <a:off x="3324870" y="2611690"/>
            <a:ext cx="2326350" cy="3328"/>
          </a:xfrm>
          <a:prstGeom prst="line">
            <a:avLst/>
          </a:prstGeom>
          <a:ln>
            <a:solidFill>
              <a:schemeClr val="tx1">
                <a:alpha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A51ADC5E-B9FC-1973-2A49-8D8421CBC171}"/>
              </a:ext>
            </a:extLst>
          </p:cNvPr>
          <p:cNvCxnSpPr>
            <a:cxnSpLocks/>
          </p:cNvCxnSpPr>
          <p:nvPr/>
        </p:nvCxnSpPr>
        <p:spPr>
          <a:xfrm>
            <a:off x="5636470" y="2611690"/>
            <a:ext cx="14751" cy="3402304"/>
          </a:xfrm>
          <a:prstGeom prst="line">
            <a:avLst/>
          </a:prstGeom>
          <a:ln>
            <a:solidFill>
              <a:schemeClr val="tx1">
                <a:alpha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57946AC6-7C51-9946-774B-3CFD548208EC}"/>
                  </a:ext>
                </a:extLst>
              </p:cNvPr>
              <p:cNvSpPr txBox="1"/>
              <p:nvPr/>
            </p:nvSpPr>
            <p:spPr>
              <a:xfrm>
                <a:off x="2912118" y="2423690"/>
                <a:ext cx="504386" cy="3990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/>
                        <m:sup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57946AC6-7C51-9946-774B-3CFD548208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2118" y="2423690"/>
                <a:ext cx="504386" cy="39908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4DB8E273-CCCB-127D-31E0-2AF225DEA0D0}"/>
                  </a:ext>
                </a:extLst>
              </p:cNvPr>
              <p:cNvSpPr txBox="1"/>
              <p:nvPr/>
            </p:nvSpPr>
            <p:spPr>
              <a:xfrm>
                <a:off x="5432201" y="6026297"/>
                <a:ext cx="438039" cy="30675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/>
                        <m:sup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4DB8E273-CCCB-127D-31E0-2AF225DEA0D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2201" y="6026297"/>
                <a:ext cx="438039" cy="306751"/>
              </a:xfrm>
              <a:prstGeom prst="rect">
                <a:avLst/>
              </a:prstGeom>
              <a:blipFill>
                <a:blip r:embed="rId3"/>
                <a:stretch>
                  <a:fillRect l="-9722" b="-2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A920D8E-4AAE-6F4B-3418-27EDA39C1937}"/>
                  </a:ext>
                </a:extLst>
              </p:cNvPr>
              <p:cNvSpPr txBox="1"/>
              <p:nvPr/>
            </p:nvSpPr>
            <p:spPr>
              <a:xfrm>
                <a:off x="2659925" y="3140446"/>
                <a:ext cx="504386" cy="3991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/>
                        <m:sup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𝑅𝑜𝑊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DA920D8E-4AAE-6F4B-3418-27EDA39C193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9925" y="3140446"/>
                <a:ext cx="504386" cy="399148"/>
              </a:xfrm>
              <a:prstGeom prst="rect">
                <a:avLst/>
              </a:prstGeom>
              <a:blipFill>
                <a:blip r:embed="rId4"/>
                <a:stretch>
                  <a:fillRect r="-313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CCE7742-45B7-2B7D-EDE9-58066126F48A}"/>
              </a:ext>
            </a:extLst>
          </p:cNvPr>
          <p:cNvCxnSpPr>
            <a:cxnSpLocks/>
          </p:cNvCxnSpPr>
          <p:nvPr/>
        </p:nvCxnSpPr>
        <p:spPr>
          <a:xfrm>
            <a:off x="3347703" y="3352251"/>
            <a:ext cx="3392840" cy="0"/>
          </a:xfrm>
          <a:prstGeom prst="line">
            <a:avLst/>
          </a:prstGeom>
          <a:ln>
            <a:solidFill>
              <a:schemeClr val="tx1">
                <a:alpha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6579DD93-C447-5BB0-E530-7E653AD3FAC3}"/>
              </a:ext>
            </a:extLst>
          </p:cNvPr>
          <p:cNvCxnSpPr>
            <a:cxnSpLocks/>
          </p:cNvCxnSpPr>
          <p:nvPr/>
        </p:nvCxnSpPr>
        <p:spPr>
          <a:xfrm>
            <a:off x="4282935" y="3352251"/>
            <a:ext cx="0" cy="2650786"/>
          </a:xfrm>
          <a:prstGeom prst="line">
            <a:avLst/>
          </a:prstGeom>
          <a:ln>
            <a:solidFill>
              <a:schemeClr val="tx1">
                <a:alpha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B3CAF9E-F506-FD94-249E-7EF3CF30ABAE}"/>
              </a:ext>
            </a:extLst>
          </p:cNvPr>
          <p:cNvCxnSpPr>
            <a:cxnSpLocks/>
          </p:cNvCxnSpPr>
          <p:nvPr/>
        </p:nvCxnSpPr>
        <p:spPr>
          <a:xfrm>
            <a:off x="6760277" y="3345673"/>
            <a:ext cx="0" cy="2650786"/>
          </a:xfrm>
          <a:prstGeom prst="line">
            <a:avLst/>
          </a:prstGeom>
          <a:ln>
            <a:solidFill>
              <a:schemeClr val="tx1">
                <a:alpha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0F26D5A-A52A-CA5F-F62D-21DFBB78F83F}"/>
                  </a:ext>
                </a:extLst>
              </p:cNvPr>
              <p:cNvSpPr txBox="1"/>
              <p:nvPr/>
            </p:nvSpPr>
            <p:spPr>
              <a:xfrm>
                <a:off x="4063915" y="6026297"/>
                <a:ext cx="438039" cy="28437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𝐹𝑇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80F26D5A-A52A-CA5F-F62D-21DFBB78F83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3915" y="6026297"/>
                <a:ext cx="438039" cy="284373"/>
              </a:xfrm>
              <a:prstGeom prst="rect">
                <a:avLst/>
              </a:prstGeom>
              <a:blipFill>
                <a:blip r:embed="rId5"/>
                <a:stretch>
                  <a:fillRect l="-18056" t="-2174" r="-2778" b="-30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9BA0D16-6043-7D87-7581-A98A531EDAC1}"/>
                  </a:ext>
                </a:extLst>
              </p:cNvPr>
              <p:cNvSpPr txBox="1"/>
              <p:nvPr/>
            </p:nvSpPr>
            <p:spPr>
              <a:xfrm>
                <a:off x="6521523" y="6026297"/>
                <a:ext cx="438039" cy="28097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𝐹𝑇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9BA0D16-6043-7D87-7581-A98A531EDAC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1523" y="6026297"/>
                <a:ext cx="438039" cy="280974"/>
              </a:xfrm>
              <a:prstGeom prst="rect">
                <a:avLst/>
              </a:prstGeom>
              <a:blipFill>
                <a:blip r:embed="rId6"/>
                <a:stretch>
                  <a:fillRect l="-18056" r="-2778" b="-30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C6E24D7-D1D8-4147-5438-C52F21EAB205}"/>
                  </a:ext>
                </a:extLst>
              </p:cNvPr>
              <p:cNvSpPr txBox="1"/>
              <p:nvPr/>
            </p:nvSpPr>
            <p:spPr>
              <a:xfrm>
                <a:off x="2912118" y="2802609"/>
                <a:ext cx="504386" cy="3976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/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8C6E24D7-D1D8-4147-5438-C52F21EAB20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2118" y="2802609"/>
                <a:ext cx="504386" cy="39767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AF63A8B-E7E0-385F-C3AF-9791FCCD1BF3}"/>
              </a:ext>
            </a:extLst>
          </p:cNvPr>
          <p:cNvCxnSpPr>
            <a:cxnSpLocks/>
          </p:cNvCxnSpPr>
          <p:nvPr/>
        </p:nvCxnSpPr>
        <p:spPr>
          <a:xfrm flipV="1">
            <a:off x="3327744" y="3016838"/>
            <a:ext cx="2929282" cy="6479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4E3DB90-BCDA-5C6F-11AE-5A03A5850268}"/>
              </a:ext>
            </a:extLst>
          </p:cNvPr>
          <p:cNvCxnSpPr>
            <a:cxnSpLocks/>
          </p:cNvCxnSpPr>
          <p:nvPr/>
        </p:nvCxnSpPr>
        <p:spPr>
          <a:xfrm>
            <a:off x="4896788" y="3023317"/>
            <a:ext cx="0" cy="2990677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DC9BD42-E18F-7352-E47A-6E226C3CA4F4}"/>
                  </a:ext>
                </a:extLst>
              </p:cNvPr>
              <p:cNvSpPr txBox="1"/>
              <p:nvPr/>
            </p:nvSpPr>
            <p:spPr>
              <a:xfrm>
                <a:off x="4620046" y="6020851"/>
                <a:ext cx="438039" cy="28437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4DC9BD42-E18F-7352-E47A-6E226C3CA4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0046" y="6020851"/>
                <a:ext cx="438039" cy="284373"/>
              </a:xfrm>
              <a:prstGeom prst="rect">
                <a:avLst/>
              </a:prstGeom>
              <a:blipFill>
                <a:blip r:embed="rId8"/>
                <a:stretch>
                  <a:fillRect l="-5556" t="-2174" b="-30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010536D5-E816-EDA6-CD61-DD166C67E5D1}"/>
              </a:ext>
            </a:extLst>
          </p:cNvPr>
          <p:cNvCxnSpPr>
            <a:cxnSpLocks/>
          </p:cNvCxnSpPr>
          <p:nvPr/>
        </p:nvCxnSpPr>
        <p:spPr>
          <a:xfrm>
            <a:off x="6257026" y="3012360"/>
            <a:ext cx="0" cy="2990677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BDB593F-6619-8401-5238-6193864C27CA}"/>
                  </a:ext>
                </a:extLst>
              </p:cNvPr>
              <p:cNvSpPr txBox="1"/>
              <p:nvPr/>
            </p:nvSpPr>
            <p:spPr>
              <a:xfrm>
                <a:off x="6024438" y="6020851"/>
                <a:ext cx="438039" cy="28097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1BDB593F-6619-8401-5238-6193864C27C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4438" y="6020851"/>
                <a:ext cx="438039" cy="280974"/>
              </a:xfrm>
              <a:prstGeom prst="rect">
                <a:avLst/>
              </a:prstGeom>
              <a:blipFill>
                <a:blip r:embed="rId9"/>
                <a:stretch>
                  <a:fillRect l="-5556" b="-30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77595E0-4688-369F-E97D-4E28CBB7F297}"/>
              </a:ext>
            </a:extLst>
          </p:cNvPr>
          <p:cNvCxnSpPr/>
          <p:nvPr/>
        </p:nvCxnSpPr>
        <p:spPr>
          <a:xfrm>
            <a:off x="4435458" y="6200859"/>
            <a:ext cx="217799" cy="0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5C5B8B8-A8F1-D9DE-AF0B-D030B54F5FA9}"/>
              </a:ext>
            </a:extLst>
          </p:cNvPr>
          <p:cNvCxnSpPr>
            <a:cxnSpLocks/>
          </p:cNvCxnSpPr>
          <p:nvPr/>
        </p:nvCxnSpPr>
        <p:spPr>
          <a:xfrm flipH="1">
            <a:off x="6367569" y="6179672"/>
            <a:ext cx="153954" cy="0"/>
          </a:xfrm>
          <a:prstGeom prst="straightConnector1">
            <a:avLst/>
          </a:prstGeom>
          <a:ln w="3175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TextBox 35">
            <a:extLst>
              <a:ext uri="{FF2B5EF4-FFF2-40B4-BE49-F238E27FC236}">
                <a16:creationId xmlns:a16="http://schemas.microsoft.com/office/drawing/2014/main" id="{CC34DE6D-DACE-A4C7-9BC8-1FDA4F9FA36E}"/>
              </a:ext>
            </a:extLst>
          </p:cNvPr>
          <p:cNvSpPr txBox="1"/>
          <p:nvPr/>
        </p:nvSpPr>
        <p:spPr>
          <a:xfrm>
            <a:off x="4902430" y="703800"/>
            <a:ext cx="1490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Automobiles</a:t>
            </a:r>
          </a:p>
        </p:txBody>
      </p:sp>
    </p:spTree>
    <p:extLst>
      <p:ext uri="{BB962C8B-B14F-4D97-AF65-F5344CB8AC3E}">
        <p14:creationId xmlns:p14="http://schemas.microsoft.com/office/powerpoint/2010/main" val="1687784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CE5C32-A333-5718-6600-57A4465362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3A4107EF-9839-1EE7-66AF-2875B1F0E3F7}"/>
              </a:ext>
            </a:extLst>
          </p:cNvPr>
          <p:cNvSpPr/>
          <p:nvPr/>
        </p:nvSpPr>
        <p:spPr>
          <a:xfrm>
            <a:off x="3340330" y="1162838"/>
            <a:ext cx="2916695" cy="1856351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2BBDB52A-4757-F5B6-332F-A815D2C8855D}"/>
              </a:ext>
            </a:extLst>
          </p:cNvPr>
          <p:cNvSpPr/>
          <p:nvPr/>
        </p:nvSpPr>
        <p:spPr>
          <a:xfrm flipV="1">
            <a:off x="3332640" y="3016838"/>
            <a:ext cx="1544411" cy="844057"/>
          </a:xfrm>
          <a:prstGeom prst="triangle">
            <a:avLst>
              <a:gd name="adj" fmla="val 0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53E4AB6-0D9E-EEC2-642E-AC9DA699C1FD}"/>
              </a:ext>
            </a:extLst>
          </p:cNvPr>
          <p:cNvCxnSpPr>
            <a:cxnSpLocks/>
          </p:cNvCxnSpPr>
          <p:nvPr/>
        </p:nvCxnSpPr>
        <p:spPr>
          <a:xfrm>
            <a:off x="3330348" y="1073132"/>
            <a:ext cx="0" cy="49353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888D06A-7E22-C983-EE29-5BDE1A9AA370}"/>
              </a:ext>
            </a:extLst>
          </p:cNvPr>
          <p:cNvCxnSpPr>
            <a:cxnSpLocks/>
          </p:cNvCxnSpPr>
          <p:nvPr/>
        </p:nvCxnSpPr>
        <p:spPr>
          <a:xfrm flipH="1">
            <a:off x="3324870" y="6003037"/>
            <a:ext cx="511096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083B932-E878-A8EF-369C-84883308D652}"/>
              </a:ext>
            </a:extLst>
          </p:cNvPr>
          <p:cNvCxnSpPr>
            <a:cxnSpLocks/>
          </p:cNvCxnSpPr>
          <p:nvPr/>
        </p:nvCxnSpPr>
        <p:spPr>
          <a:xfrm flipV="1">
            <a:off x="3332953" y="1159841"/>
            <a:ext cx="4971427" cy="2704381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E92C5208-6B3E-FDAC-4FCD-D4AE22125373}"/>
              </a:ext>
            </a:extLst>
          </p:cNvPr>
          <p:cNvCxnSpPr>
            <a:cxnSpLocks/>
          </p:cNvCxnSpPr>
          <p:nvPr/>
        </p:nvCxnSpPr>
        <p:spPr>
          <a:xfrm>
            <a:off x="3332953" y="1152383"/>
            <a:ext cx="4971427" cy="317807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28FAB292-C94C-5ACF-EA27-B7CE33C39EFF}"/>
              </a:ext>
            </a:extLst>
          </p:cNvPr>
          <p:cNvSpPr txBox="1"/>
          <p:nvPr/>
        </p:nvSpPr>
        <p:spPr>
          <a:xfrm>
            <a:off x="3107319" y="790509"/>
            <a:ext cx="3091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FFA9CBF7-AA58-8A72-F6E4-11F2BE049D35}"/>
              </a:ext>
            </a:extLst>
          </p:cNvPr>
          <p:cNvSpPr txBox="1"/>
          <p:nvPr/>
        </p:nvSpPr>
        <p:spPr>
          <a:xfrm>
            <a:off x="8423000" y="5818371"/>
            <a:ext cx="361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F0F18A4-483F-9ACA-45E4-A7FCC7B44BF6}"/>
              </a:ext>
            </a:extLst>
          </p:cNvPr>
          <p:cNvSpPr txBox="1"/>
          <p:nvPr/>
        </p:nvSpPr>
        <p:spPr>
          <a:xfrm>
            <a:off x="7928837" y="928092"/>
            <a:ext cx="3145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C958C34-8078-6071-E1FF-E7E085A075BB}"/>
              </a:ext>
            </a:extLst>
          </p:cNvPr>
          <p:cNvSpPr txBox="1"/>
          <p:nvPr/>
        </p:nvSpPr>
        <p:spPr>
          <a:xfrm>
            <a:off x="7969638" y="3771889"/>
            <a:ext cx="421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69024312-0AB9-3ACF-E46F-416256F4D8A2}"/>
              </a:ext>
            </a:extLst>
          </p:cNvPr>
          <p:cNvCxnSpPr>
            <a:cxnSpLocks/>
          </p:cNvCxnSpPr>
          <p:nvPr/>
        </p:nvCxnSpPr>
        <p:spPr>
          <a:xfrm>
            <a:off x="3324870" y="2611690"/>
            <a:ext cx="2326350" cy="3328"/>
          </a:xfrm>
          <a:prstGeom prst="line">
            <a:avLst/>
          </a:prstGeom>
          <a:ln>
            <a:solidFill>
              <a:schemeClr val="tx1">
                <a:alpha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286B098D-E81D-ABBD-3252-826457B84B7E}"/>
              </a:ext>
            </a:extLst>
          </p:cNvPr>
          <p:cNvCxnSpPr>
            <a:cxnSpLocks/>
          </p:cNvCxnSpPr>
          <p:nvPr/>
        </p:nvCxnSpPr>
        <p:spPr>
          <a:xfrm>
            <a:off x="5636470" y="2611690"/>
            <a:ext cx="14751" cy="3402304"/>
          </a:xfrm>
          <a:prstGeom prst="line">
            <a:avLst/>
          </a:prstGeom>
          <a:ln>
            <a:solidFill>
              <a:schemeClr val="tx1">
                <a:alpha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74310FB9-4EF8-493F-11A3-F839628067FC}"/>
                  </a:ext>
                </a:extLst>
              </p:cNvPr>
              <p:cNvSpPr txBox="1"/>
              <p:nvPr/>
            </p:nvSpPr>
            <p:spPr>
              <a:xfrm>
                <a:off x="2912118" y="2423690"/>
                <a:ext cx="504386" cy="3990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/>
                        <m:sup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74310FB9-4EF8-493F-11A3-F839628067F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2118" y="2423690"/>
                <a:ext cx="504386" cy="39908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BD04B582-2ED1-E6F9-F7DC-15A9423C9BFE}"/>
                  </a:ext>
                </a:extLst>
              </p:cNvPr>
              <p:cNvSpPr txBox="1"/>
              <p:nvPr/>
            </p:nvSpPr>
            <p:spPr>
              <a:xfrm>
                <a:off x="5432201" y="6026297"/>
                <a:ext cx="438039" cy="30675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/>
                        <m:sup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BD04B582-2ED1-E6F9-F7DC-15A9423C9BF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2201" y="6026297"/>
                <a:ext cx="438039" cy="306751"/>
              </a:xfrm>
              <a:prstGeom prst="rect">
                <a:avLst/>
              </a:prstGeom>
              <a:blipFill>
                <a:blip r:embed="rId3"/>
                <a:stretch>
                  <a:fillRect l="-9722" b="-2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AADCA61-72EC-F158-0A07-D7D0DA171F92}"/>
                  </a:ext>
                </a:extLst>
              </p:cNvPr>
              <p:cNvSpPr txBox="1"/>
              <p:nvPr/>
            </p:nvSpPr>
            <p:spPr>
              <a:xfrm>
                <a:off x="2659925" y="3140446"/>
                <a:ext cx="504386" cy="3991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/>
                        <m:sup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𝑅𝑜𝑊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1AADCA61-72EC-F158-0A07-D7D0DA171F9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9925" y="3140446"/>
                <a:ext cx="504386" cy="399148"/>
              </a:xfrm>
              <a:prstGeom prst="rect">
                <a:avLst/>
              </a:prstGeom>
              <a:blipFill>
                <a:blip r:embed="rId4"/>
                <a:stretch>
                  <a:fillRect r="-313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BDD9444-F3F5-B147-EC0F-DB9E29B68A28}"/>
              </a:ext>
            </a:extLst>
          </p:cNvPr>
          <p:cNvCxnSpPr>
            <a:cxnSpLocks/>
          </p:cNvCxnSpPr>
          <p:nvPr/>
        </p:nvCxnSpPr>
        <p:spPr>
          <a:xfrm>
            <a:off x="3347703" y="3352251"/>
            <a:ext cx="3392840" cy="0"/>
          </a:xfrm>
          <a:prstGeom prst="line">
            <a:avLst/>
          </a:prstGeom>
          <a:ln>
            <a:solidFill>
              <a:schemeClr val="tx1">
                <a:alpha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B4D7595-8247-5D73-7C32-E27C27567C87}"/>
              </a:ext>
            </a:extLst>
          </p:cNvPr>
          <p:cNvCxnSpPr>
            <a:cxnSpLocks/>
          </p:cNvCxnSpPr>
          <p:nvPr/>
        </p:nvCxnSpPr>
        <p:spPr>
          <a:xfrm>
            <a:off x="4282935" y="3352251"/>
            <a:ext cx="0" cy="2650786"/>
          </a:xfrm>
          <a:prstGeom prst="line">
            <a:avLst/>
          </a:prstGeom>
          <a:ln>
            <a:solidFill>
              <a:schemeClr val="tx1">
                <a:alpha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0D6EC1E-CD94-3B6E-58F6-853AF6112930}"/>
              </a:ext>
            </a:extLst>
          </p:cNvPr>
          <p:cNvCxnSpPr>
            <a:cxnSpLocks/>
          </p:cNvCxnSpPr>
          <p:nvPr/>
        </p:nvCxnSpPr>
        <p:spPr>
          <a:xfrm>
            <a:off x="6760277" y="3345673"/>
            <a:ext cx="0" cy="2650786"/>
          </a:xfrm>
          <a:prstGeom prst="line">
            <a:avLst/>
          </a:prstGeom>
          <a:ln>
            <a:solidFill>
              <a:schemeClr val="tx1">
                <a:alpha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6102193-B2B3-BBF3-45D3-C594B538C76A}"/>
                  </a:ext>
                </a:extLst>
              </p:cNvPr>
              <p:cNvSpPr txBox="1"/>
              <p:nvPr/>
            </p:nvSpPr>
            <p:spPr>
              <a:xfrm>
                <a:off x="4063915" y="6026297"/>
                <a:ext cx="438039" cy="28437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𝐹𝑇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46102193-B2B3-BBF3-45D3-C594B538C7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3915" y="6026297"/>
                <a:ext cx="438039" cy="284373"/>
              </a:xfrm>
              <a:prstGeom prst="rect">
                <a:avLst/>
              </a:prstGeom>
              <a:blipFill>
                <a:blip r:embed="rId5"/>
                <a:stretch>
                  <a:fillRect l="-18056" t="-2174" r="-2778" b="-30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501BF11-81BE-AE87-BF46-783AB8827210}"/>
                  </a:ext>
                </a:extLst>
              </p:cNvPr>
              <p:cNvSpPr txBox="1"/>
              <p:nvPr/>
            </p:nvSpPr>
            <p:spPr>
              <a:xfrm>
                <a:off x="6521523" y="6026297"/>
                <a:ext cx="438039" cy="28097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𝐹𝑇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F501BF11-81BE-AE87-BF46-783AB882721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1523" y="6026297"/>
                <a:ext cx="438039" cy="280974"/>
              </a:xfrm>
              <a:prstGeom prst="rect">
                <a:avLst/>
              </a:prstGeom>
              <a:blipFill>
                <a:blip r:embed="rId6"/>
                <a:stretch>
                  <a:fillRect l="-18056" r="-2778" b="-30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4D31AC3-D304-A6E4-D24F-C09449EE2CEC}"/>
                  </a:ext>
                </a:extLst>
              </p:cNvPr>
              <p:cNvSpPr txBox="1"/>
              <p:nvPr/>
            </p:nvSpPr>
            <p:spPr>
              <a:xfrm>
                <a:off x="2912118" y="2802609"/>
                <a:ext cx="504386" cy="3976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/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24D31AC3-D304-A6E4-D24F-C09449EE2CE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2118" y="2802609"/>
                <a:ext cx="504386" cy="39767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5AF5A5A1-DD44-5E05-4754-CC900A189655}"/>
              </a:ext>
            </a:extLst>
          </p:cNvPr>
          <p:cNvCxnSpPr>
            <a:cxnSpLocks/>
          </p:cNvCxnSpPr>
          <p:nvPr/>
        </p:nvCxnSpPr>
        <p:spPr>
          <a:xfrm flipV="1">
            <a:off x="3327744" y="3016838"/>
            <a:ext cx="2929282" cy="6479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A3E2116E-49B2-60F9-4CC3-02B026105B82}"/>
              </a:ext>
            </a:extLst>
          </p:cNvPr>
          <p:cNvCxnSpPr>
            <a:cxnSpLocks/>
          </p:cNvCxnSpPr>
          <p:nvPr/>
        </p:nvCxnSpPr>
        <p:spPr>
          <a:xfrm>
            <a:off x="4896788" y="3023317"/>
            <a:ext cx="0" cy="2990677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C29C01B-5E25-E052-B431-C01A79695B01}"/>
                  </a:ext>
                </a:extLst>
              </p:cNvPr>
              <p:cNvSpPr txBox="1"/>
              <p:nvPr/>
            </p:nvSpPr>
            <p:spPr>
              <a:xfrm>
                <a:off x="4620046" y="6020851"/>
                <a:ext cx="438039" cy="28437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DC29C01B-5E25-E052-B431-C01A79695B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0046" y="6020851"/>
                <a:ext cx="438039" cy="284373"/>
              </a:xfrm>
              <a:prstGeom prst="rect">
                <a:avLst/>
              </a:prstGeom>
              <a:blipFill>
                <a:blip r:embed="rId8"/>
                <a:stretch>
                  <a:fillRect l="-5556" t="-2174" b="-30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EE88EFB-8D53-D064-281F-BFD6E1A081CC}"/>
              </a:ext>
            </a:extLst>
          </p:cNvPr>
          <p:cNvCxnSpPr>
            <a:cxnSpLocks/>
          </p:cNvCxnSpPr>
          <p:nvPr/>
        </p:nvCxnSpPr>
        <p:spPr>
          <a:xfrm>
            <a:off x="6257026" y="3012360"/>
            <a:ext cx="0" cy="2990677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3A485C4-234A-C878-5081-8B1B0539A0FD}"/>
                  </a:ext>
                </a:extLst>
              </p:cNvPr>
              <p:cNvSpPr txBox="1"/>
              <p:nvPr/>
            </p:nvSpPr>
            <p:spPr>
              <a:xfrm>
                <a:off x="6024438" y="6020851"/>
                <a:ext cx="438039" cy="28097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03A485C4-234A-C878-5081-8B1B0539A0F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4438" y="6020851"/>
                <a:ext cx="438039" cy="280974"/>
              </a:xfrm>
              <a:prstGeom prst="rect">
                <a:avLst/>
              </a:prstGeom>
              <a:blipFill>
                <a:blip r:embed="rId9"/>
                <a:stretch>
                  <a:fillRect l="-5556" b="-30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803E377-6FFA-93E3-D421-E90C40FD8030}"/>
                  </a:ext>
                </a:extLst>
              </p:cNvPr>
              <p:cNvSpPr txBox="1"/>
              <p:nvPr/>
            </p:nvSpPr>
            <p:spPr>
              <a:xfrm>
                <a:off x="3834734" y="2182021"/>
                <a:ext cx="461087" cy="3053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𝐶𝑆</m:t>
                          </m:r>
                        </m:e>
                        <m:sub/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2803E377-6FFA-93E3-D421-E90C40FD803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4734" y="2182021"/>
                <a:ext cx="461087" cy="305340"/>
              </a:xfrm>
              <a:prstGeom prst="rect">
                <a:avLst/>
              </a:prstGeom>
              <a:blipFill>
                <a:blip r:embed="rId10"/>
                <a:stretch>
                  <a:fillRect l="-11842"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2566FCC-AE92-618E-0A1F-A84A119A14C6}"/>
                  </a:ext>
                </a:extLst>
              </p:cNvPr>
              <p:cNvSpPr txBox="1"/>
              <p:nvPr/>
            </p:nvSpPr>
            <p:spPr>
              <a:xfrm>
                <a:off x="3376969" y="3383542"/>
                <a:ext cx="465897" cy="3053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𝑃𝑆</m:t>
                          </m:r>
                        </m:e>
                        <m:sub/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92566FCC-AE92-618E-0A1F-A84A119A14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6969" y="3383542"/>
                <a:ext cx="465897" cy="305340"/>
              </a:xfrm>
              <a:prstGeom prst="rect">
                <a:avLst/>
              </a:prstGeom>
              <a:blipFill>
                <a:blip r:embed="rId11"/>
                <a:stretch>
                  <a:fillRect l="-13158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TextBox 17">
            <a:extLst>
              <a:ext uri="{FF2B5EF4-FFF2-40B4-BE49-F238E27FC236}">
                <a16:creationId xmlns:a16="http://schemas.microsoft.com/office/drawing/2014/main" id="{7B443DCB-E893-3513-5882-D59FD60FCCE3}"/>
              </a:ext>
            </a:extLst>
          </p:cNvPr>
          <p:cNvSpPr txBox="1"/>
          <p:nvPr/>
        </p:nvSpPr>
        <p:spPr>
          <a:xfrm>
            <a:off x="4902430" y="703800"/>
            <a:ext cx="1490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Automobiles</a:t>
            </a:r>
          </a:p>
        </p:txBody>
      </p:sp>
    </p:spTree>
    <p:extLst>
      <p:ext uri="{BB962C8B-B14F-4D97-AF65-F5344CB8AC3E}">
        <p14:creationId xmlns:p14="http://schemas.microsoft.com/office/powerpoint/2010/main" val="18393968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DE2F6F-CEC1-8DBE-1C5D-288277DB13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52097296-09B4-3555-693B-7893CA6A6566}"/>
              </a:ext>
            </a:extLst>
          </p:cNvPr>
          <p:cNvSpPr/>
          <p:nvPr/>
        </p:nvSpPr>
        <p:spPr>
          <a:xfrm flipV="1">
            <a:off x="3332641" y="3355579"/>
            <a:ext cx="932940" cy="505316"/>
          </a:xfrm>
          <a:prstGeom prst="triangle">
            <a:avLst>
              <a:gd name="adj" fmla="val 0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948D4845-05E8-ADE1-1B5F-9DA2C8F28B60}"/>
              </a:ext>
            </a:extLst>
          </p:cNvPr>
          <p:cNvSpPr/>
          <p:nvPr/>
        </p:nvSpPr>
        <p:spPr>
          <a:xfrm>
            <a:off x="3340330" y="1162839"/>
            <a:ext cx="3439682" cy="2197444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DF67461-B66F-C6D2-FA5D-15E8F864C777}"/>
              </a:ext>
            </a:extLst>
          </p:cNvPr>
          <p:cNvCxnSpPr>
            <a:cxnSpLocks/>
          </p:cNvCxnSpPr>
          <p:nvPr/>
        </p:nvCxnSpPr>
        <p:spPr>
          <a:xfrm>
            <a:off x="3330348" y="1073132"/>
            <a:ext cx="0" cy="49353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27A2B8F0-6662-053B-5991-C181611CE078}"/>
              </a:ext>
            </a:extLst>
          </p:cNvPr>
          <p:cNvCxnSpPr>
            <a:cxnSpLocks/>
          </p:cNvCxnSpPr>
          <p:nvPr/>
        </p:nvCxnSpPr>
        <p:spPr>
          <a:xfrm flipH="1">
            <a:off x="3324870" y="6003037"/>
            <a:ext cx="511096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51951C-F229-002B-DDA6-9EB96219082C}"/>
              </a:ext>
            </a:extLst>
          </p:cNvPr>
          <p:cNvCxnSpPr>
            <a:cxnSpLocks/>
          </p:cNvCxnSpPr>
          <p:nvPr/>
        </p:nvCxnSpPr>
        <p:spPr>
          <a:xfrm flipV="1">
            <a:off x="3332953" y="1159841"/>
            <a:ext cx="4971427" cy="2704381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3FF6D18-0C57-2522-A895-396399BB03F9}"/>
              </a:ext>
            </a:extLst>
          </p:cNvPr>
          <p:cNvCxnSpPr>
            <a:cxnSpLocks/>
          </p:cNvCxnSpPr>
          <p:nvPr/>
        </p:nvCxnSpPr>
        <p:spPr>
          <a:xfrm>
            <a:off x="3332953" y="1152383"/>
            <a:ext cx="4971427" cy="317807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0F7FCDDF-6433-3542-92B8-06DF1D6EF2E0}"/>
              </a:ext>
            </a:extLst>
          </p:cNvPr>
          <p:cNvSpPr txBox="1"/>
          <p:nvPr/>
        </p:nvSpPr>
        <p:spPr>
          <a:xfrm>
            <a:off x="3107319" y="790509"/>
            <a:ext cx="3091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80E0EAC-4A85-1A58-424D-9E41B530F10D}"/>
              </a:ext>
            </a:extLst>
          </p:cNvPr>
          <p:cNvSpPr txBox="1"/>
          <p:nvPr/>
        </p:nvSpPr>
        <p:spPr>
          <a:xfrm>
            <a:off x="8423000" y="5818371"/>
            <a:ext cx="361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56EF5D56-3A40-AFC1-4D51-741B774E0411}"/>
              </a:ext>
            </a:extLst>
          </p:cNvPr>
          <p:cNvSpPr txBox="1"/>
          <p:nvPr/>
        </p:nvSpPr>
        <p:spPr>
          <a:xfrm>
            <a:off x="7928837" y="928092"/>
            <a:ext cx="3145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BB5462A-F8B3-98D7-D25B-FE14653A02F0}"/>
              </a:ext>
            </a:extLst>
          </p:cNvPr>
          <p:cNvSpPr txBox="1"/>
          <p:nvPr/>
        </p:nvSpPr>
        <p:spPr>
          <a:xfrm>
            <a:off x="7969638" y="3771889"/>
            <a:ext cx="421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AD24EB6F-3F17-FDE9-8ACC-186F9B248014}"/>
              </a:ext>
            </a:extLst>
          </p:cNvPr>
          <p:cNvCxnSpPr>
            <a:cxnSpLocks/>
          </p:cNvCxnSpPr>
          <p:nvPr/>
        </p:nvCxnSpPr>
        <p:spPr>
          <a:xfrm>
            <a:off x="3324870" y="2611690"/>
            <a:ext cx="2326350" cy="3328"/>
          </a:xfrm>
          <a:prstGeom prst="line">
            <a:avLst/>
          </a:prstGeom>
          <a:ln>
            <a:solidFill>
              <a:schemeClr val="tx1">
                <a:alpha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638C586E-55F1-D374-3EE3-A2421F92A477}"/>
              </a:ext>
            </a:extLst>
          </p:cNvPr>
          <p:cNvCxnSpPr>
            <a:cxnSpLocks/>
          </p:cNvCxnSpPr>
          <p:nvPr/>
        </p:nvCxnSpPr>
        <p:spPr>
          <a:xfrm>
            <a:off x="5636470" y="2611690"/>
            <a:ext cx="14751" cy="3402304"/>
          </a:xfrm>
          <a:prstGeom prst="line">
            <a:avLst/>
          </a:prstGeom>
          <a:ln>
            <a:solidFill>
              <a:schemeClr val="tx1">
                <a:alpha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5BFE421D-B177-6DE8-3BCA-C4D15621C74A}"/>
                  </a:ext>
                </a:extLst>
              </p:cNvPr>
              <p:cNvSpPr txBox="1"/>
              <p:nvPr/>
            </p:nvSpPr>
            <p:spPr>
              <a:xfrm>
                <a:off x="2912118" y="2423690"/>
                <a:ext cx="504386" cy="3990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/>
                        <m:sup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5BFE421D-B177-6DE8-3BCA-C4D15621C7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2118" y="2423690"/>
                <a:ext cx="504386" cy="39908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65BCA081-6843-DFB4-DD18-532A35F2498E}"/>
                  </a:ext>
                </a:extLst>
              </p:cNvPr>
              <p:cNvSpPr txBox="1"/>
              <p:nvPr/>
            </p:nvSpPr>
            <p:spPr>
              <a:xfrm>
                <a:off x="5432201" y="6026297"/>
                <a:ext cx="438039" cy="30675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/>
                        <m:sup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65BCA081-6843-DFB4-DD18-532A35F249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2201" y="6026297"/>
                <a:ext cx="438039" cy="306751"/>
              </a:xfrm>
              <a:prstGeom prst="rect">
                <a:avLst/>
              </a:prstGeom>
              <a:blipFill>
                <a:blip r:embed="rId3"/>
                <a:stretch>
                  <a:fillRect l="-9722" b="-2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5C060DB-CE77-9994-A162-FABF5BF8A902}"/>
                  </a:ext>
                </a:extLst>
              </p:cNvPr>
              <p:cNvSpPr txBox="1"/>
              <p:nvPr/>
            </p:nvSpPr>
            <p:spPr>
              <a:xfrm>
                <a:off x="3834734" y="2182021"/>
                <a:ext cx="542584" cy="3053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𝐶𝑆</m:t>
                          </m:r>
                        </m:e>
                        <m:sub/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𝐹𝑇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5C060DB-CE77-9994-A162-FABF5BF8A90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4734" y="2182021"/>
                <a:ext cx="542584" cy="305340"/>
              </a:xfrm>
              <a:prstGeom prst="rect">
                <a:avLst/>
              </a:prstGeom>
              <a:blipFill>
                <a:blip r:embed="rId4"/>
                <a:stretch>
                  <a:fillRect l="-10112" r="-3371"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B408570-4A6E-C383-89ED-DC7DF34B9548}"/>
                  </a:ext>
                </a:extLst>
              </p:cNvPr>
              <p:cNvSpPr txBox="1"/>
              <p:nvPr/>
            </p:nvSpPr>
            <p:spPr>
              <a:xfrm>
                <a:off x="3376969" y="3383542"/>
                <a:ext cx="547394" cy="3053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𝑃𝑆</m:t>
                          </m:r>
                        </m:e>
                        <m:sub/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𝐹𝑇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32" name="TextBox 31">
                <a:extLst>
                  <a:ext uri="{FF2B5EF4-FFF2-40B4-BE49-F238E27FC236}">
                    <a16:creationId xmlns:a16="http://schemas.microsoft.com/office/drawing/2014/main" id="{2B408570-4A6E-C383-89ED-DC7DF34B95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6969" y="3383542"/>
                <a:ext cx="547394" cy="305340"/>
              </a:xfrm>
              <a:prstGeom prst="rect">
                <a:avLst/>
              </a:prstGeom>
              <a:blipFill>
                <a:blip r:embed="rId5"/>
                <a:stretch>
                  <a:fillRect l="-11111" r="-3333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A01BD18-66DE-3739-DDC4-39E5A910EB38}"/>
                  </a:ext>
                </a:extLst>
              </p:cNvPr>
              <p:cNvSpPr txBox="1"/>
              <p:nvPr/>
            </p:nvSpPr>
            <p:spPr>
              <a:xfrm>
                <a:off x="2659925" y="3140446"/>
                <a:ext cx="504386" cy="3991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/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𝑅𝑜𝑊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A01BD18-66DE-3739-DDC4-39E5A910EB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9925" y="3140446"/>
                <a:ext cx="504386" cy="399148"/>
              </a:xfrm>
              <a:prstGeom prst="rect">
                <a:avLst/>
              </a:prstGeom>
              <a:blipFill>
                <a:blip r:embed="rId6"/>
                <a:stretch>
                  <a:fillRect r="-313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A5413A10-3974-A838-8EE2-45B7CCC936E5}"/>
              </a:ext>
            </a:extLst>
          </p:cNvPr>
          <p:cNvCxnSpPr>
            <a:cxnSpLocks/>
          </p:cNvCxnSpPr>
          <p:nvPr/>
        </p:nvCxnSpPr>
        <p:spPr>
          <a:xfrm>
            <a:off x="3347703" y="3352251"/>
            <a:ext cx="3392840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49DD588-A4B1-FCE7-007A-066B1017EC61}"/>
              </a:ext>
            </a:extLst>
          </p:cNvPr>
          <p:cNvCxnSpPr>
            <a:cxnSpLocks/>
          </p:cNvCxnSpPr>
          <p:nvPr/>
        </p:nvCxnSpPr>
        <p:spPr>
          <a:xfrm>
            <a:off x="4282935" y="3352251"/>
            <a:ext cx="0" cy="2650786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CC099C1-BB34-1651-0F3C-55F1D372C098}"/>
              </a:ext>
            </a:extLst>
          </p:cNvPr>
          <p:cNvCxnSpPr>
            <a:cxnSpLocks/>
          </p:cNvCxnSpPr>
          <p:nvPr/>
        </p:nvCxnSpPr>
        <p:spPr>
          <a:xfrm>
            <a:off x="6760277" y="3345673"/>
            <a:ext cx="0" cy="2650786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4A6DB23-5121-CC0B-42EA-53E39C001D84}"/>
                  </a:ext>
                </a:extLst>
              </p:cNvPr>
              <p:cNvSpPr txBox="1"/>
              <p:nvPr/>
            </p:nvSpPr>
            <p:spPr>
              <a:xfrm>
                <a:off x="4063915" y="6026297"/>
                <a:ext cx="438039" cy="28437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𝐹𝑇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4A6DB23-5121-CC0B-42EA-53E39C001D8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3915" y="6026297"/>
                <a:ext cx="438039" cy="284373"/>
              </a:xfrm>
              <a:prstGeom prst="rect">
                <a:avLst/>
              </a:prstGeom>
              <a:blipFill>
                <a:blip r:embed="rId7"/>
                <a:stretch>
                  <a:fillRect l="-18056" t="-2174" r="-2778" b="-30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286F538-EBDD-C926-102C-4F038AB61C70}"/>
                  </a:ext>
                </a:extLst>
              </p:cNvPr>
              <p:cNvSpPr txBox="1"/>
              <p:nvPr/>
            </p:nvSpPr>
            <p:spPr>
              <a:xfrm>
                <a:off x="6521523" y="6026297"/>
                <a:ext cx="438039" cy="28097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𝐹𝑇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0286F538-EBDD-C926-102C-4F038AB61C7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1523" y="6026297"/>
                <a:ext cx="438039" cy="280974"/>
              </a:xfrm>
              <a:prstGeom prst="rect">
                <a:avLst/>
              </a:prstGeom>
              <a:blipFill>
                <a:blip r:embed="rId8"/>
                <a:stretch>
                  <a:fillRect l="-18056" r="-2778" b="-30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A520BCD-222B-9A31-865A-334EE15A0017}"/>
                  </a:ext>
                </a:extLst>
              </p:cNvPr>
              <p:cNvSpPr txBox="1"/>
              <p:nvPr/>
            </p:nvSpPr>
            <p:spPr>
              <a:xfrm>
                <a:off x="2912118" y="2802609"/>
                <a:ext cx="504386" cy="3976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/>
                        <m:sup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FA520BCD-222B-9A31-865A-334EE15A001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2118" y="2802609"/>
                <a:ext cx="504386" cy="397673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8500A35-318C-679F-C375-F79930001607}"/>
                  </a:ext>
                </a:extLst>
              </p:cNvPr>
              <p:cNvSpPr txBox="1"/>
              <p:nvPr/>
            </p:nvSpPr>
            <p:spPr>
              <a:xfrm>
                <a:off x="4620046" y="6020851"/>
                <a:ext cx="438039" cy="28437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68500A35-318C-679F-C375-F7993000160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0046" y="6020851"/>
                <a:ext cx="438039" cy="284373"/>
              </a:xfrm>
              <a:prstGeom prst="rect">
                <a:avLst/>
              </a:prstGeom>
              <a:blipFill>
                <a:blip r:embed="rId10"/>
                <a:stretch>
                  <a:fillRect l="-5556" t="-2174" b="-30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C7FC8BC-6D09-394F-1F4E-94E73DF62858}"/>
                  </a:ext>
                </a:extLst>
              </p:cNvPr>
              <p:cNvSpPr txBox="1"/>
              <p:nvPr/>
            </p:nvSpPr>
            <p:spPr>
              <a:xfrm>
                <a:off x="6024438" y="6020851"/>
                <a:ext cx="438039" cy="28097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2C7FC8BC-6D09-394F-1F4E-94E73DF6285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4438" y="6020851"/>
                <a:ext cx="438039" cy="280974"/>
              </a:xfrm>
              <a:prstGeom prst="rect">
                <a:avLst/>
              </a:prstGeom>
              <a:blipFill>
                <a:blip r:embed="rId11"/>
                <a:stretch>
                  <a:fillRect l="-5556" b="-30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837D6050-A89A-F8D3-03E7-6A370F28D841}"/>
              </a:ext>
            </a:extLst>
          </p:cNvPr>
          <p:cNvCxnSpPr>
            <a:cxnSpLocks/>
          </p:cNvCxnSpPr>
          <p:nvPr/>
        </p:nvCxnSpPr>
        <p:spPr>
          <a:xfrm>
            <a:off x="4896788" y="3023317"/>
            <a:ext cx="0" cy="2990677"/>
          </a:xfrm>
          <a:prstGeom prst="line">
            <a:avLst/>
          </a:prstGeom>
          <a:ln>
            <a:solidFill>
              <a:schemeClr val="tx1">
                <a:alpha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9DB3A550-C1F0-A221-2034-5606ADFC5DEE}"/>
              </a:ext>
            </a:extLst>
          </p:cNvPr>
          <p:cNvCxnSpPr>
            <a:cxnSpLocks/>
          </p:cNvCxnSpPr>
          <p:nvPr/>
        </p:nvCxnSpPr>
        <p:spPr>
          <a:xfrm>
            <a:off x="6257026" y="3012360"/>
            <a:ext cx="0" cy="2990677"/>
          </a:xfrm>
          <a:prstGeom prst="line">
            <a:avLst/>
          </a:prstGeom>
          <a:ln>
            <a:solidFill>
              <a:schemeClr val="tx1">
                <a:alpha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7B7C329E-7796-1B7D-B753-34EFDA234C1E}"/>
              </a:ext>
            </a:extLst>
          </p:cNvPr>
          <p:cNvCxnSpPr>
            <a:cxnSpLocks/>
          </p:cNvCxnSpPr>
          <p:nvPr/>
        </p:nvCxnSpPr>
        <p:spPr>
          <a:xfrm flipV="1">
            <a:off x="3327744" y="3016838"/>
            <a:ext cx="2929282" cy="6479"/>
          </a:xfrm>
          <a:prstGeom prst="line">
            <a:avLst/>
          </a:prstGeom>
          <a:ln>
            <a:solidFill>
              <a:schemeClr val="tx1">
                <a:alpha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69D205BA-CA8F-78AD-3AE5-DD24E1A00EF1}"/>
              </a:ext>
            </a:extLst>
          </p:cNvPr>
          <p:cNvSpPr txBox="1"/>
          <p:nvPr/>
        </p:nvSpPr>
        <p:spPr>
          <a:xfrm>
            <a:off x="4902430" y="703800"/>
            <a:ext cx="1490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Automobiles</a:t>
            </a:r>
          </a:p>
        </p:txBody>
      </p:sp>
    </p:spTree>
    <p:extLst>
      <p:ext uri="{BB962C8B-B14F-4D97-AF65-F5344CB8AC3E}">
        <p14:creationId xmlns:p14="http://schemas.microsoft.com/office/powerpoint/2010/main" val="22096364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93C58D-8553-85A0-F7AF-0E0A72B6D2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B59114E1-3538-F2C3-7C62-5C13EEAB77FE}"/>
              </a:ext>
            </a:extLst>
          </p:cNvPr>
          <p:cNvSpPr/>
          <p:nvPr/>
        </p:nvSpPr>
        <p:spPr>
          <a:xfrm>
            <a:off x="4902266" y="3012361"/>
            <a:ext cx="1354379" cy="33989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ight Triangle 18">
            <a:extLst>
              <a:ext uri="{FF2B5EF4-FFF2-40B4-BE49-F238E27FC236}">
                <a16:creationId xmlns:a16="http://schemas.microsoft.com/office/drawing/2014/main" id="{C9F47A9D-CC72-C50C-CA4F-0ACEF7727F74}"/>
              </a:ext>
            </a:extLst>
          </p:cNvPr>
          <p:cNvSpPr/>
          <p:nvPr/>
        </p:nvSpPr>
        <p:spPr>
          <a:xfrm>
            <a:off x="6257407" y="3034622"/>
            <a:ext cx="475911" cy="312153"/>
          </a:xfrm>
          <a:prstGeom prst="rtTriangl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ight Triangle 17">
            <a:extLst>
              <a:ext uri="{FF2B5EF4-FFF2-40B4-BE49-F238E27FC236}">
                <a16:creationId xmlns:a16="http://schemas.microsoft.com/office/drawing/2014/main" id="{56F89E1E-CF7B-82BD-548D-7BE3668A4F1E}"/>
              </a:ext>
            </a:extLst>
          </p:cNvPr>
          <p:cNvSpPr/>
          <p:nvPr/>
        </p:nvSpPr>
        <p:spPr>
          <a:xfrm flipH="1">
            <a:off x="4290981" y="3040097"/>
            <a:ext cx="610903" cy="312153"/>
          </a:xfrm>
          <a:prstGeom prst="rtTriangle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4A0718BE-112C-F251-5568-42B6ED61F95C}"/>
              </a:ext>
            </a:extLst>
          </p:cNvPr>
          <p:cNvSpPr/>
          <p:nvPr/>
        </p:nvSpPr>
        <p:spPr>
          <a:xfrm>
            <a:off x="3340330" y="1162838"/>
            <a:ext cx="2916695" cy="1856351"/>
          </a:xfrm>
          <a:prstGeom prst="triangle">
            <a:avLst>
              <a:gd name="adj" fmla="val 0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05804955-6993-76BC-9FF3-78CB390A90BD}"/>
              </a:ext>
            </a:extLst>
          </p:cNvPr>
          <p:cNvSpPr/>
          <p:nvPr/>
        </p:nvSpPr>
        <p:spPr>
          <a:xfrm flipV="1">
            <a:off x="3332640" y="3016838"/>
            <a:ext cx="1544411" cy="844057"/>
          </a:xfrm>
          <a:prstGeom prst="triangle">
            <a:avLst>
              <a:gd name="adj" fmla="val 0"/>
            </a:avLst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326555B3-6369-6664-5AB0-03643EFB4D35}"/>
              </a:ext>
            </a:extLst>
          </p:cNvPr>
          <p:cNvCxnSpPr>
            <a:cxnSpLocks/>
          </p:cNvCxnSpPr>
          <p:nvPr/>
        </p:nvCxnSpPr>
        <p:spPr>
          <a:xfrm>
            <a:off x="3330348" y="1073132"/>
            <a:ext cx="0" cy="493538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07BA8681-8F57-0CC1-04F5-5ECEB5020F7E}"/>
              </a:ext>
            </a:extLst>
          </p:cNvPr>
          <p:cNvCxnSpPr>
            <a:cxnSpLocks/>
          </p:cNvCxnSpPr>
          <p:nvPr/>
        </p:nvCxnSpPr>
        <p:spPr>
          <a:xfrm flipH="1">
            <a:off x="3324870" y="6003037"/>
            <a:ext cx="511096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73EE1CE7-6FA6-A713-BECD-386C7CFF418D}"/>
              </a:ext>
            </a:extLst>
          </p:cNvPr>
          <p:cNvCxnSpPr>
            <a:cxnSpLocks/>
          </p:cNvCxnSpPr>
          <p:nvPr/>
        </p:nvCxnSpPr>
        <p:spPr>
          <a:xfrm flipV="1">
            <a:off x="3332953" y="1159841"/>
            <a:ext cx="4971427" cy="2704381"/>
          </a:xfrm>
          <a:prstGeom prst="line">
            <a:avLst/>
          </a:prstGeom>
          <a:ln>
            <a:solidFill>
              <a:srgbClr val="C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46DE98A9-34CC-4AEA-2EFC-6F91B41753E3}"/>
              </a:ext>
            </a:extLst>
          </p:cNvPr>
          <p:cNvCxnSpPr>
            <a:cxnSpLocks/>
          </p:cNvCxnSpPr>
          <p:nvPr/>
        </p:nvCxnSpPr>
        <p:spPr>
          <a:xfrm>
            <a:off x="3332953" y="1152383"/>
            <a:ext cx="4971427" cy="3178077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1BFA714D-05A1-7B6F-C6DE-9CCFD3E432CA}"/>
              </a:ext>
            </a:extLst>
          </p:cNvPr>
          <p:cNvSpPr txBox="1"/>
          <p:nvPr/>
        </p:nvSpPr>
        <p:spPr>
          <a:xfrm>
            <a:off x="3107319" y="790509"/>
            <a:ext cx="3091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603AA85-C0A7-C95C-3D22-9C2856619A6B}"/>
              </a:ext>
            </a:extLst>
          </p:cNvPr>
          <p:cNvSpPr txBox="1"/>
          <p:nvPr/>
        </p:nvSpPr>
        <p:spPr>
          <a:xfrm>
            <a:off x="8423000" y="5818371"/>
            <a:ext cx="3618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Q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D1BE894-4B74-CEE6-1342-3F6F90D04D89}"/>
              </a:ext>
            </a:extLst>
          </p:cNvPr>
          <p:cNvSpPr txBox="1"/>
          <p:nvPr/>
        </p:nvSpPr>
        <p:spPr>
          <a:xfrm>
            <a:off x="7928837" y="928092"/>
            <a:ext cx="3145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FE5D83D4-8A7C-BD83-8CED-9CD2D39A4983}"/>
              </a:ext>
            </a:extLst>
          </p:cNvPr>
          <p:cNvSpPr txBox="1"/>
          <p:nvPr/>
        </p:nvSpPr>
        <p:spPr>
          <a:xfrm>
            <a:off x="7969638" y="3771889"/>
            <a:ext cx="42101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</a:t>
            </a:r>
          </a:p>
        </p:txBody>
      </p: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3BF49515-8DEC-9449-F22A-E8178A4A9CE4}"/>
              </a:ext>
            </a:extLst>
          </p:cNvPr>
          <p:cNvCxnSpPr>
            <a:cxnSpLocks/>
          </p:cNvCxnSpPr>
          <p:nvPr/>
        </p:nvCxnSpPr>
        <p:spPr>
          <a:xfrm>
            <a:off x="3324870" y="2611690"/>
            <a:ext cx="2326350" cy="3328"/>
          </a:xfrm>
          <a:prstGeom prst="line">
            <a:avLst/>
          </a:prstGeom>
          <a:ln>
            <a:solidFill>
              <a:schemeClr val="tx1">
                <a:alpha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Straight Connector 52">
            <a:extLst>
              <a:ext uri="{FF2B5EF4-FFF2-40B4-BE49-F238E27FC236}">
                <a16:creationId xmlns:a16="http://schemas.microsoft.com/office/drawing/2014/main" id="{BB809496-E7FF-7FD7-09DC-C334F272BB07}"/>
              </a:ext>
            </a:extLst>
          </p:cNvPr>
          <p:cNvCxnSpPr>
            <a:cxnSpLocks/>
          </p:cNvCxnSpPr>
          <p:nvPr/>
        </p:nvCxnSpPr>
        <p:spPr>
          <a:xfrm>
            <a:off x="5636470" y="2611690"/>
            <a:ext cx="14751" cy="3402304"/>
          </a:xfrm>
          <a:prstGeom prst="line">
            <a:avLst/>
          </a:prstGeom>
          <a:ln>
            <a:solidFill>
              <a:schemeClr val="tx1">
                <a:alpha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359001BD-D8EF-91DC-4186-5AC110105E23}"/>
                  </a:ext>
                </a:extLst>
              </p:cNvPr>
              <p:cNvSpPr txBox="1"/>
              <p:nvPr/>
            </p:nvSpPr>
            <p:spPr>
              <a:xfrm>
                <a:off x="2912118" y="2423690"/>
                <a:ext cx="504386" cy="3990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/>
                        <m:sup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359001BD-D8EF-91DC-4186-5AC110105E2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2118" y="2423690"/>
                <a:ext cx="504386" cy="399084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488E406D-B18B-0549-6818-82F171CE438A}"/>
                  </a:ext>
                </a:extLst>
              </p:cNvPr>
              <p:cNvSpPr txBox="1"/>
              <p:nvPr/>
            </p:nvSpPr>
            <p:spPr>
              <a:xfrm>
                <a:off x="5432201" y="6026297"/>
                <a:ext cx="438039" cy="306751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/>
                        <m:sup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𝐴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488E406D-B18B-0549-6818-82F171CE438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32201" y="6026297"/>
                <a:ext cx="438039" cy="306751"/>
              </a:xfrm>
              <a:prstGeom prst="rect">
                <a:avLst/>
              </a:prstGeom>
              <a:blipFill>
                <a:blip r:embed="rId3"/>
                <a:stretch>
                  <a:fillRect l="-9722" b="-2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4" name="TextBox 33">
            <a:extLst>
              <a:ext uri="{FF2B5EF4-FFF2-40B4-BE49-F238E27FC236}">
                <a16:creationId xmlns:a16="http://schemas.microsoft.com/office/drawing/2014/main" id="{DF493B7B-AF8C-BB33-A3C9-794C22FA11DA}"/>
              </a:ext>
            </a:extLst>
          </p:cNvPr>
          <p:cNvSpPr txBox="1"/>
          <p:nvPr/>
        </p:nvSpPr>
        <p:spPr>
          <a:xfrm>
            <a:off x="4902430" y="703800"/>
            <a:ext cx="14903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Automobiles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3526D0B-1331-B4E2-C758-A0D77AC5F7C3}"/>
                  </a:ext>
                </a:extLst>
              </p:cNvPr>
              <p:cNvSpPr txBox="1"/>
              <p:nvPr/>
            </p:nvSpPr>
            <p:spPr>
              <a:xfrm>
                <a:off x="2659925" y="3140446"/>
                <a:ext cx="504386" cy="39914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/>
                        <m:sup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𝑅𝑜𝑊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43526D0B-1331-B4E2-C758-A0D77AC5F7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59925" y="3140446"/>
                <a:ext cx="504386" cy="399148"/>
              </a:xfrm>
              <a:prstGeom prst="rect">
                <a:avLst/>
              </a:prstGeom>
              <a:blipFill>
                <a:blip r:embed="rId4"/>
                <a:stretch>
                  <a:fillRect r="-3132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3FAC13E-4AAB-57B4-9CD5-60DB7F1F415C}"/>
              </a:ext>
            </a:extLst>
          </p:cNvPr>
          <p:cNvCxnSpPr>
            <a:cxnSpLocks/>
          </p:cNvCxnSpPr>
          <p:nvPr/>
        </p:nvCxnSpPr>
        <p:spPr>
          <a:xfrm>
            <a:off x="3347703" y="3352251"/>
            <a:ext cx="3392840" cy="0"/>
          </a:xfrm>
          <a:prstGeom prst="line">
            <a:avLst/>
          </a:prstGeom>
          <a:ln>
            <a:solidFill>
              <a:schemeClr val="tx1">
                <a:alpha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E772CBB-138E-83F4-64D0-7A522A263014}"/>
              </a:ext>
            </a:extLst>
          </p:cNvPr>
          <p:cNvCxnSpPr>
            <a:cxnSpLocks/>
          </p:cNvCxnSpPr>
          <p:nvPr/>
        </p:nvCxnSpPr>
        <p:spPr>
          <a:xfrm>
            <a:off x="4282935" y="3352251"/>
            <a:ext cx="0" cy="2650786"/>
          </a:xfrm>
          <a:prstGeom prst="line">
            <a:avLst/>
          </a:prstGeom>
          <a:ln>
            <a:solidFill>
              <a:schemeClr val="tx1">
                <a:alpha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D0E75C87-A61F-7381-BFD9-85C67997FD15}"/>
              </a:ext>
            </a:extLst>
          </p:cNvPr>
          <p:cNvCxnSpPr>
            <a:cxnSpLocks/>
          </p:cNvCxnSpPr>
          <p:nvPr/>
        </p:nvCxnSpPr>
        <p:spPr>
          <a:xfrm>
            <a:off x="6760277" y="3345673"/>
            <a:ext cx="0" cy="2650786"/>
          </a:xfrm>
          <a:prstGeom prst="line">
            <a:avLst/>
          </a:prstGeom>
          <a:ln>
            <a:solidFill>
              <a:schemeClr val="tx1">
                <a:alpha val="50000"/>
              </a:schemeClr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93C95E7-5209-2090-69C8-8ECD894F5621}"/>
                  </a:ext>
                </a:extLst>
              </p:cNvPr>
              <p:cNvSpPr txBox="1"/>
              <p:nvPr/>
            </p:nvSpPr>
            <p:spPr>
              <a:xfrm>
                <a:off x="4063915" y="6026297"/>
                <a:ext cx="438039" cy="28437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𝐹𝑇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593C95E7-5209-2090-69C8-8ECD894F562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3915" y="6026297"/>
                <a:ext cx="438039" cy="284373"/>
              </a:xfrm>
              <a:prstGeom prst="rect">
                <a:avLst/>
              </a:prstGeom>
              <a:blipFill>
                <a:blip r:embed="rId5"/>
                <a:stretch>
                  <a:fillRect l="-18056" t="-2174" r="-2778" b="-30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B360E84-7906-1EE5-5108-D1214647A215}"/>
                  </a:ext>
                </a:extLst>
              </p:cNvPr>
              <p:cNvSpPr txBox="1"/>
              <p:nvPr/>
            </p:nvSpPr>
            <p:spPr>
              <a:xfrm>
                <a:off x="6521523" y="6026297"/>
                <a:ext cx="438039" cy="28097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tx1">
                                  <a:lumMod val="50000"/>
                                  <a:lumOff val="50000"/>
                                </a:schemeClr>
                              </a:solidFill>
                              <a:latin typeface="Cambria Math" panose="02040503050406030204" pitchFamily="18" charset="0"/>
                            </a:rPr>
                            <m:t>𝐹𝑇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AB360E84-7906-1EE5-5108-D1214647A21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21523" y="6026297"/>
                <a:ext cx="438039" cy="280974"/>
              </a:xfrm>
              <a:prstGeom prst="rect">
                <a:avLst/>
              </a:prstGeom>
              <a:blipFill>
                <a:blip r:embed="rId6"/>
                <a:stretch>
                  <a:fillRect l="-18056" r="-2778" b="-30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E3C8D86-6D6F-8C61-2371-137660A55DD2}"/>
                  </a:ext>
                </a:extLst>
              </p:cNvPr>
              <p:cNvSpPr txBox="1"/>
              <p:nvPr/>
            </p:nvSpPr>
            <p:spPr>
              <a:xfrm>
                <a:off x="2912118" y="2802609"/>
                <a:ext cx="504386" cy="3976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/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0E3C8D86-6D6F-8C61-2371-137660A55DD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12118" y="2802609"/>
                <a:ext cx="504386" cy="397673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511A872-7603-541D-CDCA-0B15D3CF890A}"/>
              </a:ext>
            </a:extLst>
          </p:cNvPr>
          <p:cNvCxnSpPr>
            <a:cxnSpLocks/>
          </p:cNvCxnSpPr>
          <p:nvPr/>
        </p:nvCxnSpPr>
        <p:spPr>
          <a:xfrm flipV="1">
            <a:off x="3327744" y="3016838"/>
            <a:ext cx="2929282" cy="6479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B6FAC1B-7460-C6FE-BDDB-C4265D335B11}"/>
              </a:ext>
            </a:extLst>
          </p:cNvPr>
          <p:cNvCxnSpPr>
            <a:cxnSpLocks/>
          </p:cNvCxnSpPr>
          <p:nvPr/>
        </p:nvCxnSpPr>
        <p:spPr>
          <a:xfrm>
            <a:off x="4896788" y="3023317"/>
            <a:ext cx="0" cy="2990677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CFA2301-0F39-0A34-DB7F-D213AA35658E}"/>
                  </a:ext>
                </a:extLst>
              </p:cNvPr>
              <p:cNvSpPr txBox="1"/>
              <p:nvPr/>
            </p:nvSpPr>
            <p:spPr>
              <a:xfrm>
                <a:off x="4620046" y="6020851"/>
                <a:ext cx="438039" cy="284373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0CFA2301-0F39-0A34-DB7F-D213AA3565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20046" y="6020851"/>
                <a:ext cx="438039" cy="284373"/>
              </a:xfrm>
              <a:prstGeom prst="rect">
                <a:avLst/>
              </a:prstGeom>
              <a:blipFill>
                <a:blip r:embed="rId8"/>
                <a:stretch>
                  <a:fillRect l="-5556" t="-2174" b="-30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B6F9651-FB54-CB6F-A753-1861619C051A}"/>
              </a:ext>
            </a:extLst>
          </p:cNvPr>
          <p:cNvCxnSpPr>
            <a:cxnSpLocks/>
          </p:cNvCxnSpPr>
          <p:nvPr/>
        </p:nvCxnSpPr>
        <p:spPr>
          <a:xfrm>
            <a:off x="6257026" y="3012360"/>
            <a:ext cx="0" cy="2990677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9D98B22-FF87-DD14-23DD-4CE7BFD14A1A}"/>
                  </a:ext>
                </a:extLst>
              </p:cNvPr>
              <p:cNvSpPr txBox="1"/>
              <p:nvPr/>
            </p:nvSpPr>
            <p:spPr>
              <a:xfrm>
                <a:off x="6024438" y="6020851"/>
                <a:ext cx="438039" cy="280974"/>
              </a:xfrm>
              <a:prstGeom prst="rect">
                <a:avLst/>
              </a:prstGeom>
              <a:noFill/>
            </p:spPr>
            <p:txBody>
              <a:bodyPr wrap="squar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𝐷</m:t>
                          </m:r>
                        </m:sub>
                        <m:sup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99D98B22-FF87-DD14-23DD-4CE7BFD14A1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24438" y="6020851"/>
                <a:ext cx="438039" cy="280974"/>
              </a:xfrm>
              <a:prstGeom prst="rect">
                <a:avLst/>
              </a:prstGeom>
              <a:blipFill>
                <a:blip r:embed="rId9"/>
                <a:stretch>
                  <a:fillRect l="-5556" b="-3043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DF0CD82-9B8B-CD59-0F81-31980A83AFCF}"/>
                  </a:ext>
                </a:extLst>
              </p:cNvPr>
              <p:cNvSpPr txBox="1"/>
              <p:nvPr/>
            </p:nvSpPr>
            <p:spPr>
              <a:xfrm>
                <a:off x="3834734" y="2182021"/>
                <a:ext cx="461087" cy="3053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𝐶𝑆</m:t>
                          </m:r>
                        </m:e>
                        <m:sub/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3DF0CD82-9B8B-CD59-0F81-31980A83AF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34734" y="2182021"/>
                <a:ext cx="461087" cy="305340"/>
              </a:xfrm>
              <a:prstGeom prst="rect">
                <a:avLst/>
              </a:prstGeom>
              <a:blipFill>
                <a:blip r:embed="rId10"/>
                <a:stretch>
                  <a:fillRect l="-11842" b="-4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6578A65-C1C8-A2F1-5C41-8558BAF28334}"/>
                  </a:ext>
                </a:extLst>
              </p:cNvPr>
              <p:cNvSpPr txBox="1"/>
              <p:nvPr/>
            </p:nvSpPr>
            <p:spPr>
              <a:xfrm>
                <a:off x="3376969" y="3383542"/>
                <a:ext cx="465897" cy="305340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US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𝑃𝑆</m:t>
                          </m:r>
                        </m:e>
                        <m:sub/>
                        <m:sup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𝑇</m:t>
                          </m:r>
                        </m:sup>
                      </m:sSubSup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16578A65-C1C8-A2F1-5C41-8558BAF2833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76969" y="3383542"/>
                <a:ext cx="465897" cy="305340"/>
              </a:xfrm>
              <a:prstGeom prst="rect">
                <a:avLst/>
              </a:prstGeom>
              <a:blipFill>
                <a:blip r:embed="rId11"/>
                <a:stretch>
                  <a:fillRect l="-13158" b="-6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9B68E4BD-C9A7-88A0-EE72-29BDB67F2D61}"/>
              </a:ext>
            </a:extLst>
          </p:cNvPr>
          <p:cNvSpPr txBox="1"/>
          <p:nvPr/>
        </p:nvSpPr>
        <p:spPr>
          <a:xfrm>
            <a:off x="4960103" y="4078451"/>
            <a:ext cx="6911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DWL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05FB53A-CEA1-0E6A-AB2A-04722BC24A0A}"/>
              </a:ext>
            </a:extLst>
          </p:cNvPr>
          <p:cNvSpPr txBox="1"/>
          <p:nvPr/>
        </p:nvSpPr>
        <p:spPr>
          <a:xfrm>
            <a:off x="5216806" y="3025767"/>
            <a:ext cx="4307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TR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A97DF2C0-091E-DAFE-3796-D1099EA99D83}"/>
              </a:ext>
            </a:extLst>
          </p:cNvPr>
          <p:cNvCxnSpPr>
            <a:cxnSpLocks/>
          </p:cNvCxnSpPr>
          <p:nvPr/>
        </p:nvCxnSpPr>
        <p:spPr>
          <a:xfrm flipV="1">
            <a:off x="5510641" y="3265717"/>
            <a:ext cx="876479" cy="869713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3D0D42C-2B92-63C3-43F4-BB3617C61134}"/>
              </a:ext>
            </a:extLst>
          </p:cNvPr>
          <p:cNvCxnSpPr>
            <a:cxnSpLocks/>
          </p:cNvCxnSpPr>
          <p:nvPr/>
        </p:nvCxnSpPr>
        <p:spPr>
          <a:xfrm flipH="1" flipV="1">
            <a:off x="4757614" y="3265717"/>
            <a:ext cx="362541" cy="866386"/>
          </a:xfrm>
          <a:prstGeom prst="straightConnector1">
            <a:avLst/>
          </a:prstGeom>
          <a:ln>
            <a:solidFill>
              <a:schemeClr val="accent5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36282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378</TotalTime>
  <Words>301</Words>
  <Application>Microsoft Office PowerPoint</Application>
  <PresentationFormat>Widescreen</PresentationFormat>
  <Paragraphs>283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Joe Wilske</dc:creator>
  <cp:lastModifiedBy>Joe Wilske</cp:lastModifiedBy>
  <cp:revision>4</cp:revision>
  <dcterms:created xsi:type="dcterms:W3CDTF">2025-11-25T15:15:16Z</dcterms:created>
  <dcterms:modified xsi:type="dcterms:W3CDTF">2025-11-25T21:33:54Z</dcterms:modified>
</cp:coreProperties>
</file>